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2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</p:sldIdLst>
  <p:sldSz cy="5143500" cx="9144000"/>
  <p:notesSz cx="6858000" cy="9144000"/>
  <p:embeddedFontLst>
    <p:embeddedFont>
      <p:font typeface="Roboto Mono Medium"/>
      <p:regular r:id="rId34"/>
      <p:bold r:id="rId35"/>
      <p:italic r:id="rId36"/>
      <p:boldItalic r:id="rId37"/>
    </p:embeddedFont>
    <p:embeddedFont>
      <p:font typeface="Roboto"/>
      <p:regular r:id="rId38"/>
      <p:bold r:id="rId39"/>
      <p:italic r:id="rId40"/>
      <p:boldItalic r:id="rId41"/>
    </p:embeddedFont>
    <p:embeddedFont>
      <p:font typeface="Inter SemiBold"/>
      <p:regular r:id="rId42"/>
      <p:bold r:id="rId43"/>
      <p:italic r:id="rId44"/>
      <p:boldItalic r:id="rId45"/>
    </p:embeddedFont>
    <p:embeddedFont>
      <p:font typeface="Inter"/>
      <p:regular r:id="rId46"/>
      <p:bold r:id="rId47"/>
      <p:italic r:id="rId48"/>
      <p:boldItalic r:id="rId49"/>
    </p:embeddedFont>
    <p:embeddedFont>
      <p:font typeface="League Gothic"/>
      <p:regular r:id="rId50"/>
    </p:embeddedFont>
    <p:embeddedFont>
      <p:font typeface="Work Sans"/>
      <p:regular r:id="rId51"/>
      <p:bold r:id="rId52"/>
      <p:italic r:id="rId53"/>
      <p:boldItalic r:id="rId54"/>
    </p:embeddedFont>
    <p:embeddedFont>
      <p:font typeface="Roboto SemiBold"/>
      <p:regular r:id="rId55"/>
      <p:bold r:id="rId56"/>
      <p:italic r:id="rId57"/>
      <p:boldItalic r:id="rId58"/>
    </p:embeddedFont>
    <p:embeddedFont>
      <p:font typeface="Albert Sans"/>
      <p:regular r:id="rId59"/>
      <p:bold r:id="rId60"/>
      <p:italic r:id="rId61"/>
      <p:boldItalic r:id="rId62"/>
    </p:embeddedFont>
    <p:embeddedFont>
      <p:font typeface="Roboto Mono"/>
      <p:regular r:id="rId63"/>
      <p:bold r:id="rId64"/>
      <p:italic r:id="rId65"/>
      <p:boldItalic r:id="rId6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-italic.fntdata"/><Relationship Id="rId42" Type="http://schemas.openxmlformats.org/officeDocument/2006/relationships/font" Target="fonts/InterSemiBold-regular.fntdata"/><Relationship Id="rId41" Type="http://schemas.openxmlformats.org/officeDocument/2006/relationships/font" Target="fonts/Roboto-boldItalic.fntdata"/><Relationship Id="rId44" Type="http://schemas.openxmlformats.org/officeDocument/2006/relationships/font" Target="fonts/InterSemiBold-italic.fntdata"/><Relationship Id="rId43" Type="http://schemas.openxmlformats.org/officeDocument/2006/relationships/font" Target="fonts/InterSemiBold-bold.fntdata"/><Relationship Id="rId46" Type="http://schemas.openxmlformats.org/officeDocument/2006/relationships/font" Target="fonts/Inter-regular.fntdata"/><Relationship Id="rId45" Type="http://schemas.openxmlformats.org/officeDocument/2006/relationships/font" Target="fonts/InterSemiBold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font" Target="fonts/Inter-italic.fntdata"/><Relationship Id="rId47" Type="http://schemas.openxmlformats.org/officeDocument/2006/relationships/font" Target="fonts/Inter-bold.fntdata"/><Relationship Id="rId49" Type="http://schemas.openxmlformats.org/officeDocument/2006/relationships/font" Target="fonts/Inter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font" Target="fonts/RobotoMonoMedium-bold.fntdata"/><Relationship Id="rId34" Type="http://schemas.openxmlformats.org/officeDocument/2006/relationships/font" Target="fonts/RobotoMonoMedium-regular.fntdata"/><Relationship Id="rId37" Type="http://schemas.openxmlformats.org/officeDocument/2006/relationships/font" Target="fonts/RobotoMonoMedium-boldItalic.fntdata"/><Relationship Id="rId36" Type="http://schemas.openxmlformats.org/officeDocument/2006/relationships/font" Target="fonts/RobotoMonoMedium-italic.fntdata"/><Relationship Id="rId39" Type="http://schemas.openxmlformats.org/officeDocument/2006/relationships/font" Target="fonts/Roboto-bold.fntdata"/><Relationship Id="rId38" Type="http://schemas.openxmlformats.org/officeDocument/2006/relationships/font" Target="fonts/Roboto-regular.fntdata"/><Relationship Id="rId62" Type="http://schemas.openxmlformats.org/officeDocument/2006/relationships/font" Target="fonts/AlbertSans-boldItalic.fntdata"/><Relationship Id="rId61" Type="http://schemas.openxmlformats.org/officeDocument/2006/relationships/font" Target="fonts/AlbertSans-italic.fntdata"/><Relationship Id="rId20" Type="http://schemas.openxmlformats.org/officeDocument/2006/relationships/slide" Target="slides/slide16.xml"/><Relationship Id="rId64" Type="http://schemas.openxmlformats.org/officeDocument/2006/relationships/font" Target="fonts/RobotoMono-bold.fntdata"/><Relationship Id="rId63" Type="http://schemas.openxmlformats.org/officeDocument/2006/relationships/font" Target="fonts/RobotoMono-regular.fntdata"/><Relationship Id="rId22" Type="http://schemas.openxmlformats.org/officeDocument/2006/relationships/slide" Target="slides/slide18.xml"/><Relationship Id="rId66" Type="http://schemas.openxmlformats.org/officeDocument/2006/relationships/font" Target="fonts/RobotoMono-boldItalic.fntdata"/><Relationship Id="rId21" Type="http://schemas.openxmlformats.org/officeDocument/2006/relationships/slide" Target="slides/slide17.xml"/><Relationship Id="rId65" Type="http://schemas.openxmlformats.org/officeDocument/2006/relationships/font" Target="fonts/RobotoMono-italic.fntdata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60" Type="http://schemas.openxmlformats.org/officeDocument/2006/relationships/font" Target="fonts/AlbertSans-bold.fntdata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font" Target="fonts/WorkSans-regular.fntdata"/><Relationship Id="rId50" Type="http://schemas.openxmlformats.org/officeDocument/2006/relationships/font" Target="fonts/LeagueGothic-regular.fntdata"/><Relationship Id="rId53" Type="http://schemas.openxmlformats.org/officeDocument/2006/relationships/font" Target="fonts/WorkSans-italic.fntdata"/><Relationship Id="rId52" Type="http://schemas.openxmlformats.org/officeDocument/2006/relationships/font" Target="fonts/WorkSans-bold.fntdata"/><Relationship Id="rId11" Type="http://schemas.openxmlformats.org/officeDocument/2006/relationships/slide" Target="slides/slide7.xml"/><Relationship Id="rId55" Type="http://schemas.openxmlformats.org/officeDocument/2006/relationships/font" Target="fonts/RobotoSemiBold-regular.fntdata"/><Relationship Id="rId10" Type="http://schemas.openxmlformats.org/officeDocument/2006/relationships/slide" Target="slides/slide6.xml"/><Relationship Id="rId54" Type="http://schemas.openxmlformats.org/officeDocument/2006/relationships/font" Target="fonts/WorkSans-boldItalic.fntdata"/><Relationship Id="rId13" Type="http://schemas.openxmlformats.org/officeDocument/2006/relationships/slide" Target="slides/slide9.xml"/><Relationship Id="rId57" Type="http://schemas.openxmlformats.org/officeDocument/2006/relationships/font" Target="fonts/RobotoSemiBold-italic.fntdata"/><Relationship Id="rId12" Type="http://schemas.openxmlformats.org/officeDocument/2006/relationships/slide" Target="slides/slide8.xml"/><Relationship Id="rId56" Type="http://schemas.openxmlformats.org/officeDocument/2006/relationships/font" Target="fonts/RobotoSemiBold-bold.fntdata"/><Relationship Id="rId15" Type="http://schemas.openxmlformats.org/officeDocument/2006/relationships/slide" Target="slides/slide11.xml"/><Relationship Id="rId59" Type="http://schemas.openxmlformats.org/officeDocument/2006/relationships/font" Target="fonts/AlbertSans-regular.fntdata"/><Relationship Id="rId14" Type="http://schemas.openxmlformats.org/officeDocument/2006/relationships/slide" Target="slides/slide10.xml"/><Relationship Id="rId58" Type="http://schemas.openxmlformats.org/officeDocument/2006/relationships/font" Target="fonts/RobotoSemiBold-boldItalic.fnt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be253aa1a9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be253aa1a9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be253aa1a9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be253aa1a9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be253aa1a9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be253aa1a9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be253aa1a9_0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be253aa1a9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be253aa1a9_0_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be253aa1a9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be253aa1a9_0_2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be253aa1a9_0_2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be253aa1a9_0_2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be253aa1a9_0_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be253aa1a9_0_2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be253aa1a9_0_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be253aa1a9_0_3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be253aa1a9_0_3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be253aa1a9_0_3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be253aa1a9_0_3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be253aa1a9_0_3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be253aa1a9_0_3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be253aa1a9_0_4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3be253aa1a9_0_4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be253aa1a9_0_4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3be253aa1a9_0_4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be253aa1a9_0_6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3be253aa1a9_0_6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be253aa1a9_0_6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3be253aa1a9_0_6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be253aa1a9_0_5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3be253aa1a9_0_5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be253aa1a9_0_5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3be253aa1a9_0_5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be253aa1a9_0_5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3be253aa1a9_0_5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be253aa1a9_0_6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3be253aa1a9_0_6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94331a9f88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394331a9f88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94331a9f88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" name="Google Shape;474;g394331a9f88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394331a9f88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g394331a9f88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be253aa1a9_0_6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3be253aa1a9_0_6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394331a9f88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g394331a9f88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be253aa1a9_0_6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3be253aa1a9_0_6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94331a9f88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g394331a9f88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394331a9f88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4" name="Google Shape;514;g394331a9f88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94331a9f88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394331a9f88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3be253aa1a9_0_5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8" name="Google Shape;528;g3be253aa1a9_0_5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9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9.png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9.png"/><Relationship Id="rId3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9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9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LM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 title="slidesTriangles@4x.png"/>
          <p:cNvPicPr preferRelativeResize="0"/>
          <p:nvPr/>
        </p:nvPicPr>
        <p:blipFill rotWithShape="1">
          <a:blip r:embed="rId2">
            <a:alphaModFix amt="20000"/>
          </a:blip>
          <a:srcRect b="0" l="0" r="34751" t="36061"/>
          <a:stretch/>
        </p:blipFill>
        <p:spPr>
          <a:xfrm>
            <a:off x="0" y="0"/>
            <a:ext cx="9143997" cy="4226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2" title="Logo - Purple.png"/>
          <p:cNvPicPr preferRelativeResize="0"/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344325" y="4733012"/>
            <a:ext cx="1003375" cy="101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/>
          <p:nvPr>
            <p:ph type="ctrTitle"/>
          </p:nvPr>
        </p:nvSpPr>
        <p:spPr>
          <a:xfrm>
            <a:off x="218800" y="1886250"/>
            <a:ext cx="8520600" cy="137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Font typeface="League Gothic"/>
              <a:buNone/>
              <a:defRPr sz="6000">
                <a:latin typeface="League Gothic"/>
                <a:ea typeface="League Gothic"/>
                <a:cs typeface="League Gothic"/>
                <a:sym typeface="League Gothic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Font typeface="League Gothic"/>
              <a:buNone/>
              <a:defRPr sz="6000">
                <a:latin typeface="League Gothic"/>
                <a:ea typeface="League Gothic"/>
                <a:cs typeface="League Gothic"/>
                <a:sym typeface="League Gothic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Font typeface="League Gothic"/>
              <a:buNone/>
              <a:defRPr sz="6000">
                <a:latin typeface="League Gothic"/>
                <a:ea typeface="League Gothic"/>
                <a:cs typeface="League Gothic"/>
                <a:sym typeface="League Gothic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Font typeface="League Gothic"/>
              <a:buNone/>
              <a:defRPr sz="6000">
                <a:latin typeface="League Gothic"/>
                <a:ea typeface="League Gothic"/>
                <a:cs typeface="League Gothic"/>
                <a:sym typeface="League Gothic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Font typeface="League Gothic"/>
              <a:buNone/>
              <a:defRPr sz="6000">
                <a:latin typeface="League Gothic"/>
                <a:ea typeface="League Gothic"/>
                <a:cs typeface="League Gothic"/>
                <a:sym typeface="League Gothic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Font typeface="League Gothic"/>
              <a:buNone/>
              <a:defRPr sz="6000">
                <a:latin typeface="League Gothic"/>
                <a:ea typeface="League Gothic"/>
                <a:cs typeface="League Gothic"/>
                <a:sym typeface="League Gothic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Font typeface="League Gothic"/>
              <a:buNone/>
              <a:defRPr sz="6000">
                <a:latin typeface="League Gothic"/>
                <a:ea typeface="League Gothic"/>
                <a:cs typeface="League Gothic"/>
                <a:sym typeface="League Gothic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Font typeface="League Gothic"/>
              <a:buNone/>
              <a:defRPr sz="6000">
                <a:latin typeface="League Gothic"/>
                <a:ea typeface="League Gothic"/>
                <a:cs typeface="League Gothic"/>
                <a:sym typeface="League Gothic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Font typeface="League Gothic"/>
              <a:buNone/>
              <a:defRPr sz="6000">
                <a:latin typeface="League Gothic"/>
                <a:ea typeface="League Gothic"/>
                <a:cs typeface="League Gothic"/>
                <a:sym typeface="League Gothic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218800" y="3150000"/>
            <a:ext cx="8520600" cy="39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Mono Medium"/>
              <a:buNone/>
              <a:defRPr sz="1400">
                <a:latin typeface="Roboto Mono Medium"/>
                <a:ea typeface="Roboto Mono Medium"/>
                <a:cs typeface="Roboto Mono Medium"/>
                <a:sym typeface="Roboto Mono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Mono Medium"/>
              <a:buNone/>
              <a:defRPr sz="1400">
                <a:latin typeface="Roboto Mono Medium"/>
                <a:ea typeface="Roboto Mono Medium"/>
                <a:cs typeface="Roboto Mono Medium"/>
                <a:sym typeface="Roboto Mono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Mono Medium"/>
              <a:buNone/>
              <a:defRPr sz="1400">
                <a:latin typeface="Roboto Mono Medium"/>
                <a:ea typeface="Roboto Mono Medium"/>
                <a:cs typeface="Roboto Mono Medium"/>
                <a:sym typeface="Roboto Mono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Mono Medium"/>
              <a:buNone/>
              <a:defRPr sz="1400">
                <a:latin typeface="Roboto Mono Medium"/>
                <a:ea typeface="Roboto Mono Medium"/>
                <a:cs typeface="Roboto Mono Medium"/>
                <a:sym typeface="Roboto Mono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Mono Medium"/>
              <a:buNone/>
              <a:defRPr sz="1400">
                <a:latin typeface="Roboto Mono Medium"/>
                <a:ea typeface="Roboto Mono Medium"/>
                <a:cs typeface="Roboto Mono Medium"/>
                <a:sym typeface="Roboto Mono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Mono Medium"/>
              <a:buNone/>
              <a:defRPr sz="1400">
                <a:latin typeface="Roboto Mono Medium"/>
                <a:ea typeface="Roboto Mono Medium"/>
                <a:cs typeface="Roboto Mono Medium"/>
                <a:sym typeface="Roboto Mono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Mono Medium"/>
              <a:buNone/>
              <a:defRPr sz="1400">
                <a:latin typeface="Roboto Mono Medium"/>
                <a:ea typeface="Roboto Mono Medium"/>
                <a:cs typeface="Roboto Mono Medium"/>
                <a:sym typeface="Roboto Mono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Mono Medium"/>
              <a:buNone/>
              <a:defRPr sz="1400">
                <a:latin typeface="Roboto Mono Medium"/>
                <a:ea typeface="Roboto Mono Medium"/>
                <a:cs typeface="Roboto Mono Medium"/>
                <a:sym typeface="Roboto Mono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Mono Medium"/>
              <a:buNone/>
              <a:defRPr sz="1400">
                <a:latin typeface="Roboto Mono Medium"/>
                <a:ea typeface="Roboto Mono Medium"/>
                <a:cs typeface="Roboto Mono Medium"/>
                <a:sym typeface="Roboto Mono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DM">
  <p:cSld name="TITLE_1">
    <p:bg>
      <p:bgPr>
        <a:solidFill>
          <a:srgbClr val="1D1D2C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3" title="slidesTriangles@4x.png"/>
          <p:cNvPicPr preferRelativeResize="0"/>
          <p:nvPr/>
        </p:nvPicPr>
        <p:blipFill rotWithShape="1">
          <a:blip r:embed="rId2">
            <a:alphaModFix amt="20000"/>
          </a:blip>
          <a:srcRect b="0" l="0" r="0" t="36061"/>
          <a:stretch/>
        </p:blipFill>
        <p:spPr>
          <a:xfrm>
            <a:off x="0" y="-2"/>
            <a:ext cx="9144003" cy="275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3" title="slidesangles@4x.png"/>
          <p:cNvPicPr preferRelativeResize="0"/>
          <p:nvPr/>
        </p:nvPicPr>
        <p:blipFill rotWithShape="1">
          <a:blip r:embed="rId3">
            <a:alphaModFix amt="50000"/>
          </a:blip>
          <a:srcRect b="17278" l="0" r="5033" t="15282"/>
          <a:stretch/>
        </p:blipFill>
        <p:spPr>
          <a:xfrm>
            <a:off x="2909300" y="0"/>
            <a:ext cx="62347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"/>
          <p:cNvSpPr txBox="1"/>
          <p:nvPr>
            <p:ph type="ctrTitle"/>
          </p:nvPr>
        </p:nvSpPr>
        <p:spPr>
          <a:xfrm>
            <a:off x="218800" y="1810050"/>
            <a:ext cx="4686600" cy="137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League Gothic"/>
              <a:buNone/>
              <a:defRPr sz="6000">
                <a:solidFill>
                  <a:schemeClr val="lt1"/>
                </a:solidFill>
                <a:latin typeface="League Gothic"/>
                <a:ea typeface="League Gothic"/>
                <a:cs typeface="League Gothic"/>
                <a:sym typeface="League Gothic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League Gothic"/>
              <a:buNone/>
              <a:defRPr sz="6000">
                <a:solidFill>
                  <a:schemeClr val="lt1"/>
                </a:solidFill>
                <a:latin typeface="League Gothic"/>
                <a:ea typeface="League Gothic"/>
                <a:cs typeface="League Gothic"/>
                <a:sym typeface="League Gothic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League Gothic"/>
              <a:buNone/>
              <a:defRPr sz="6000">
                <a:solidFill>
                  <a:schemeClr val="lt1"/>
                </a:solidFill>
                <a:latin typeface="League Gothic"/>
                <a:ea typeface="League Gothic"/>
                <a:cs typeface="League Gothic"/>
                <a:sym typeface="League Gothic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League Gothic"/>
              <a:buNone/>
              <a:defRPr sz="6000">
                <a:solidFill>
                  <a:schemeClr val="lt1"/>
                </a:solidFill>
                <a:latin typeface="League Gothic"/>
                <a:ea typeface="League Gothic"/>
                <a:cs typeface="League Gothic"/>
                <a:sym typeface="League Gothic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League Gothic"/>
              <a:buNone/>
              <a:defRPr sz="6000">
                <a:solidFill>
                  <a:schemeClr val="lt1"/>
                </a:solidFill>
                <a:latin typeface="League Gothic"/>
                <a:ea typeface="League Gothic"/>
                <a:cs typeface="League Gothic"/>
                <a:sym typeface="League Gothic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League Gothic"/>
              <a:buNone/>
              <a:defRPr sz="6000">
                <a:solidFill>
                  <a:schemeClr val="lt1"/>
                </a:solidFill>
                <a:latin typeface="League Gothic"/>
                <a:ea typeface="League Gothic"/>
                <a:cs typeface="League Gothic"/>
                <a:sym typeface="League Gothic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League Gothic"/>
              <a:buNone/>
              <a:defRPr sz="6000">
                <a:solidFill>
                  <a:schemeClr val="lt1"/>
                </a:solidFill>
                <a:latin typeface="League Gothic"/>
                <a:ea typeface="League Gothic"/>
                <a:cs typeface="League Gothic"/>
                <a:sym typeface="League Gothic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League Gothic"/>
              <a:buNone/>
              <a:defRPr sz="6000">
                <a:solidFill>
                  <a:schemeClr val="lt1"/>
                </a:solidFill>
                <a:latin typeface="League Gothic"/>
                <a:ea typeface="League Gothic"/>
                <a:cs typeface="League Gothic"/>
                <a:sym typeface="League Gothic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League Gothic"/>
              <a:buNone/>
              <a:defRPr sz="6000">
                <a:solidFill>
                  <a:schemeClr val="lt1"/>
                </a:solidFill>
                <a:latin typeface="League Gothic"/>
                <a:ea typeface="League Gothic"/>
                <a:cs typeface="League Gothic"/>
                <a:sym typeface="League Gothic"/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" type="subTitle"/>
          </p:nvPr>
        </p:nvSpPr>
        <p:spPr>
          <a:xfrm>
            <a:off x="218800" y="3454800"/>
            <a:ext cx="8520600" cy="39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 Mono Medium"/>
              <a:buNone/>
              <a:defRPr sz="1400">
                <a:solidFill>
                  <a:schemeClr val="l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 Mono Medium"/>
              <a:buNone/>
              <a:defRPr sz="1400">
                <a:solidFill>
                  <a:schemeClr val="l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 Mono Medium"/>
              <a:buNone/>
              <a:defRPr sz="1400">
                <a:solidFill>
                  <a:schemeClr val="l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 Mono Medium"/>
              <a:buNone/>
              <a:defRPr sz="1400">
                <a:solidFill>
                  <a:schemeClr val="l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 Mono Medium"/>
              <a:buNone/>
              <a:defRPr sz="1400">
                <a:solidFill>
                  <a:schemeClr val="l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 Mono Medium"/>
              <a:buNone/>
              <a:defRPr sz="1400">
                <a:solidFill>
                  <a:schemeClr val="l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 Mono Medium"/>
              <a:buNone/>
              <a:defRPr sz="1400">
                <a:solidFill>
                  <a:schemeClr val="l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 Mono Medium"/>
              <a:buNone/>
              <a:defRPr sz="1400">
                <a:solidFill>
                  <a:schemeClr val="l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 Mono Medium"/>
              <a:buNone/>
              <a:defRPr sz="1400">
                <a:solidFill>
                  <a:schemeClr val="l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9pPr>
          </a:lstStyle>
          <a:p/>
        </p:txBody>
      </p:sp>
      <p:pic>
        <p:nvPicPr>
          <p:cNvPr id="19" name="Google Shape;19;p3" title="Logo - White.png"/>
          <p:cNvPicPr preferRelativeResize="0"/>
          <p:nvPr/>
        </p:nvPicPr>
        <p:blipFill>
          <a:blip r:embed="rId4">
            <a:alphaModFix amt="70000"/>
          </a:blip>
          <a:stretch>
            <a:fillRect/>
          </a:stretch>
        </p:blipFill>
        <p:spPr>
          <a:xfrm>
            <a:off x="344179" y="4733000"/>
            <a:ext cx="1003374" cy="101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3" title="slidesSolar System Normal@4x.png"/>
          <p:cNvPicPr preferRelativeResize="0"/>
          <p:nvPr/>
        </p:nvPicPr>
        <p:blipFill rotWithShape="1">
          <a:blip r:embed="rId5">
            <a:alphaModFix/>
          </a:blip>
          <a:srcRect b="0" l="0" r="37332" t="0"/>
          <a:stretch/>
        </p:blipFill>
        <p:spPr>
          <a:xfrm>
            <a:off x="4530725" y="455825"/>
            <a:ext cx="4613274" cy="4137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F8F5F2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4" title="slidesTriangles@4x.png"/>
          <p:cNvPicPr preferRelativeResize="0"/>
          <p:nvPr/>
        </p:nvPicPr>
        <p:blipFill rotWithShape="1">
          <a:blip r:embed="rId2">
            <a:alphaModFix amt="20000"/>
          </a:blip>
          <a:srcRect b="0" l="0" r="34751" t="36061"/>
          <a:stretch/>
        </p:blipFill>
        <p:spPr>
          <a:xfrm>
            <a:off x="0" y="0"/>
            <a:ext cx="9143997" cy="4226424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4"/>
          <p:cNvSpPr txBox="1"/>
          <p:nvPr>
            <p:ph type="title"/>
          </p:nvPr>
        </p:nvSpPr>
        <p:spPr>
          <a:xfrm>
            <a:off x="235500" y="30129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5" name="Google Shape;25;p4" title="Logo - Purple.png"/>
          <p:cNvPicPr preferRelativeResize="0"/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344325" y="4733012"/>
            <a:ext cx="1003375" cy="10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bg>
      <p:bgPr>
        <a:solidFill>
          <a:schemeClr val="dk1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/>
          <p:nvPr>
            <p:ph type="title"/>
          </p:nvPr>
        </p:nvSpPr>
        <p:spPr>
          <a:xfrm>
            <a:off x="235500" y="33177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9" name="Google Shape;29;p5" title="Logo - White.png"/>
          <p:cNvPicPr preferRelativeResize="0"/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344179" y="4733000"/>
            <a:ext cx="1003374" cy="10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159300" y="2164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" type="body"/>
          </p:nvPr>
        </p:nvSpPr>
        <p:spPr>
          <a:xfrm>
            <a:off x="159300" y="9238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33" name="Google Shape;3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4" name="Google Shape;34;p6" title="Logo - Purple.png"/>
          <p:cNvPicPr preferRelativeResize="0"/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344325" y="4733012"/>
            <a:ext cx="1003375" cy="10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2">
  <p:cSld name="TITLE_AND_BODY_2">
    <p:bg>
      <p:bgPr>
        <a:solidFill>
          <a:schemeClr val="lt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"/>
          <p:cNvSpPr/>
          <p:nvPr/>
        </p:nvSpPr>
        <p:spPr>
          <a:xfrm>
            <a:off x="2926325" y="0"/>
            <a:ext cx="62178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" name="Google Shape;37;p7"/>
          <p:cNvSpPr txBox="1"/>
          <p:nvPr>
            <p:ph type="title"/>
          </p:nvPr>
        </p:nvSpPr>
        <p:spPr>
          <a:xfrm>
            <a:off x="159300" y="2285400"/>
            <a:ext cx="22608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" type="body"/>
          </p:nvPr>
        </p:nvSpPr>
        <p:spPr>
          <a:xfrm>
            <a:off x="3279350" y="377675"/>
            <a:ext cx="5666400" cy="421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39" name="Google Shape;39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0" name="Google Shape;40;p7" title="Logo - Purple.png"/>
          <p:cNvPicPr preferRelativeResize="0"/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344325" y="4733012"/>
            <a:ext cx="1003375" cy="10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2 2">
  <p:cSld name="TITLE_AND_BODY_2_2">
    <p:bg>
      <p:bgPr>
        <a:solidFill>
          <a:schemeClr val="lt2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/>
          <p:nvPr/>
        </p:nvSpPr>
        <p:spPr>
          <a:xfrm>
            <a:off x="2926325" y="0"/>
            <a:ext cx="62178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" name="Google Shape;43;p8"/>
          <p:cNvSpPr txBox="1"/>
          <p:nvPr>
            <p:ph type="title"/>
          </p:nvPr>
        </p:nvSpPr>
        <p:spPr>
          <a:xfrm>
            <a:off x="159300" y="2285400"/>
            <a:ext cx="22608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1" type="body"/>
          </p:nvPr>
        </p:nvSpPr>
        <p:spPr>
          <a:xfrm>
            <a:off x="3279350" y="377675"/>
            <a:ext cx="5666400" cy="421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Char char="●"/>
              <a:defRPr sz="1500">
                <a:solidFill>
                  <a:schemeClr val="l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 sz="1100">
                <a:solidFill>
                  <a:schemeClr val="l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 sz="1100">
                <a:solidFill>
                  <a:schemeClr val="l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 sz="1100">
                <a:solidFill>
                  <a:schemeClr val="l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 sz="1100">
                <a:solidFill>
                  <a:schemeClr val="l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 sz="1100">
                <a:solidFill>
                  <a:schemeClr val="l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 sz="1100">
                <a:solidFill>
                  <a:schemeClr val="l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 sz="1100">
                <a:solidFill>
                  <a:schemeClr val="l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 sz="11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2"/>
                </a:solidFill>
              </a:defRPr>
            </a:lvl1pPr>
            <a:lvl2pPr lvl="1">
              <a:buNone/>
              <a:defRPr>
                <a:solidFill>
                  <a:schemeClr val="lt2"/>
                </a:solidFill>
              </a:defRPr>
            </a:lvl2pPr>
            <a:lvl3pPr lvl="2">
              <a:buNone/>
              <a:defRPr>
                <a:solidFill>
                  <a:schemeClr val="lt2"/>
                </a:solidFill>
              </a:defRPr>
            </a:lvl3pPr>
            <a:lvl4pPr lvl="3">
              <a:buNone/>
              <a:defRPr>
                <a:solidFill>
                  <a:schemeClr val="lt2"/>
                </a:solidFill>
              </a:defRPr>
            </a:lvl4pPr>
            <a:lvl5pPr lvl="4">
              <a:buNone/>
              <a:defRPr>
                <a:solidFill>
                  <a:schemeClr val="lt2"/>
                </a:solidFill>
              </a:defRPr>
            </a:lvl5pPr>
            <a:lvl6pPr lvl="5">
              <a:buNone/>
              <a:defRPr>
                <a:solidFill>
                  <a:schemeClr val="lt2"/>
                </a:solidFill>
              </a:defRPr>
            </a:lvl6pPr>
            <a:lvl7pPr lvl="6">
              <a:buNone/>
              <a:defRPr>
                <a:solidFill>
                  <a:schemeClr val="lt2"/>
                </a:solidFill>
              </a:defRPr>
            </a:lvl7pPr>
            <a:lvl8pPr lvl="7">
              <a:buNone/>
              <a:defRPr>
                <a:solidFill>
                  <a:schemeClr val="lt2"/>
                </a:solidFill>
              </a:defRPr>
            </a:lvl8pPr>
            <a:lvl9pPr lvl="8">
              <a:buNone/>
              <a:defRPr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6" name="Google Shape;46;p8" title="Logo - Purple.png"/>
          <p:cNvPicPr preferRelativeResize="0"/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344325" y="4733012"/>
            <a:ext cx="1003375" cy="10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2 1">
  <p:cSld name="TITLE_AND_BODY_2_1">
    <p:bg>
      <p:bgPr>
        <a:solidFill>
          <a:srgbClr val="1D1D2C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9"/>
          <p:cNvSpPr/>
          <p:nvPr/>
        </p:nvSpPr>
        <p:spPr>
          <a:xfrm>
            <a:off x="2926325" y="0"/>
            <a:ext cx="62178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" name="Google Shape;49;p9"/>
          <p:cNvSpPr txBox="1"/>
          <p:nvPr>
            <p:ph type="title"/>
          </p:nvPr>
        </p:nvSpPr>
        <p:spPr>
          <a:xfrm>
            <a:off x="159300" y="2285400"/>
            <a:ext cx="22608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0" name="Google Shape;50;p9"/>
          <p:cNvSpPr txBox="1"/>
          <p:nvPr>
            <p:ph idx="1" type="body"/>
          </p:nvPr>
        </p:nvSpPr>
        <p:spPr>
          <a:xfrm>
            <a:off x="3279350" y="377675"/>
            <a:ext cx="5588400" cy="428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Char char="●"/>
              <a:defRPr sz="1500">
                <a:solidFill>
                  <a:schemeClr val="l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 sz="1100">
                <a:solidFill>
                  <a:schemeClr val="l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 sz="1100">
                <a:solidFill>
                  <a:schemeClr val="l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 sz="1100">
                <a:solidFill>
                  <a:schemeClr val="l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 sz="1100">
                <a:solidFill>
                  <a:schemeClr val="l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 sz="1100">
                <a:solidFill>
                  <a:schemeClr val="l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 sz="1100">
                <a:solidFill>
                  <a:schemeClr val="l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 sz="1100">
                <a:solidFill>
                  <a:schemeClr val="l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 sz="11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2"/>
                </a:solidFill>
              </a:defRPr>
            </a:lvl1pPr>
            <a:lvl2pPr lvl="1">
              <a:buNone/>
              <a:defRPr>
                <a:solidFill>
                  <a:schemeClr val="lt2"/>
                </a:solidFill>
              </a:defRPr>
            </a:lvl2pPr>
            <a:lvl3pPr lvl="2">
              <a:buNone/>
              <a:defRPr>
                <a:solidFill>
                  <a:schemeClr val="lt2"/>
                </a:solidFill>
              </a:defRPr>
            </a:lvl3pPr>
            <a:lvl4pPr lvl="3">
              <a:buNone/>
              <a:defRPr>
                <a:solidFill>
                  <a:schemeClr val="lt2"/>
                </a:solidFill>
              </a:defRPr>
            </a:lvl4pPr>
            <a:lvl5pPr lvl="4">
              <a:buNone/>
              <a:defRPr>
                <a:solidFill>
                  <a:schemeClr val="lt2"/>
                </a:solidFill>
              </a:defRPr>
            </a:lvl5pPr>
            <a:lvl6pPr lvl="5">
              <a:buNone/>
              <a:defRPr>
                <a:solidFill>
                  <a:schemeClr val="lt2"/>
                </a:solidFill>
              </a:defRPr>
            </a:lvl6pPr>
            <a:lvl7pPr lvl="6">
              <a:buNone/>
              <a:defRPr>
                <a:solidFill>
                  <a:schemeClr val="lt2"/>
                </a:solidFill>
              </a:defRPr>
            </a:lvl7pPr>
            <a:lvl8pPr lvl="7">
              <a:buNone/>
              <a:defRPr>
                <a:solidFill>
                  <a:schemeClr val="lt2"/>
                </a:solidFill>
              </a:defRPr>
            </a:lvl8pPr>
            <a:lvl9pPr lvl="8">
              <a:buNone/>
              <a:defRPr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2" name="Google Shape;52;p9" title="Logo - Purple.png"/>
          <p:cNvPicPr preferRelativeResize="0"/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344325" y="4809212"/>
            <a:ext cx="1003375" cy="101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9" title="Logo - White.png"/>
          <p:cNvPicPr preferRelativeResize="0"/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344179" y="4733000"/>
            <a:ext cx="1003374" cy="10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2 1 1">
  <p:cSld name="TITLE_AND_BODY_2_1_1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/>
          <p:nvPr/>
        </p:nvSpPr>
        <p:spPr>
          <a:xfrm>
            <a:off x="2926325" y="0"/>
            <a:ext cx="6217800" cy="5143500"/>
          </a:xfrm>
          <a:prstGeom prst="rect">
            <a:avLst/>
          </a:prstGeom>
          <a:solidFill>
            <a:srgbClr val="F8F5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" name="Google Shape;56;p10"/>
          <p:cNvSpPr txBox="1"/>
          <p:nvPr>
            <p:ph type="title"/>
          </p:nvPr>
        </p:nvSpPr>
        <p:spPr>
          <a:xfrm>
            <a:off x="159300" y="2285400"/>
            <a:ext cx="22608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7" name="Google Shape;57;p10"/>
          <p:cNvSpPr txBox="1"/>
          <p:nvPr>
            <p:ph idx="1" type="body"/>
          </p:nvPr>
        </p:nvSpPr>
        <p:spPr>
          <a:xfrm>
            <a:off x="3279350" y="377675"/>
            <a:ext cx="5588400" cy="428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2"/>
                </a:solidFill>
              </a:defRPr>
            </a:lvl1pPr>
            <a:lvl2pPr lvl="1">
              <a:buNone/>
              <a:defRPr>
                <a:solidFill>
                  <a:schemeClr val="lt2"/>
                </a:solidFill>
              </a:defRPr>
            </a:lvl2pPr>
            <a:lvl3pPr lvl="2">
              <a:buNone/>
              <a:defRPr>
                <a:solidFill>
                  <a:schemeClr val="lt2"/>
                </a:solidFill>
              </a:defRPr>
            </a:lvl3pPr>
            <a:lvl4pPr lvl="3">
              <a:buNone/>
              <a:defRPr>
                <a:solidFill>
                  <a:schemeClr val="lt2"/>
                </a:solidFill>
              </a:defRPr>
            </a:lvl4pPr>
            <a:lvl5pPr lvl="4">
              <a:buNone/>
              <a:defRPr>
                <a:solidFill>
                  <a:schemeClr val="lt2"/>
                </a:solidFill>
              </a:defRPr>
            </a:lvl5pPr>
            <a:lvl6pPr lvl="5">
              <a:buNone/>
              <a:defRPr>
                <a:solidFill>
                  <a:schemeClr val="lt2"/>
                </a:solidFill>
              </a:defRPr>
            </a:lvl6pPr>
            <a:lvl7pPr lvl="6">
              <a:buNone/>
              <a:defRPr>
                <a:solidFill>
                  <a:schemeClr val="lt2"/>
                </a:solidFill>
              </a:defRPr>
            </a:lvl7pPr>
            <a:lvl8pPr lvl="7">
              <a:buNone/>
              <a:defRPr>
                <a:solidFill>
                  <a:schemeClr val="lt2"/>
                </a:solidFill>
              </a:defRPr>
            </a:lvl8pPr>
            <a:lvl9pPr lvl="8">
              <a:buNone/>
              <a:defRPr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9" name="Google Shape;59;p10" title="Logo - Purple.png"/>
          <p:cNvPicPr preferRelativeResize="0"/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344325" y="4809212"/>
            <a:ext cx="1003375" cy="101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0" title="Logo - White.png"/>
          <p:cNvPicPr preferRelativeResize="0"/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344179" y="4733000"/>
            <a:ext cx="1003374" cy="10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bg>
      <p:bgPr>
        <a:solidFill>
          <a:schemeClr val="dk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159300" y="2164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3" name="Google Shape;63;p11"/>
          <p:cNvSpPr txBox="1"/>
          <p:nvPr>
            <p:ph idx="1" type="body"/>
          </p:nvPr>
        </p:nvSpPr>
        <p:spPr>
          <a:xfrm>
            <a:off x="159300" y="9238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Char char="●"/>
              <a:defRPr sz="1500">
                <a:solidFill>
                  <a:schemeClr val="l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 sz="1100">
                <a:solidFill>
                  <a:schemeClr val="l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 sz="1100">
                <a:solidFill>
                  <a:schemeClr val="l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 sz="1100">
                <a:solidFill>
                  <a:schemeClr val="l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 sz="1100">
                <a:solidFill>
                  <a:schemeClr val="l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 sz="1100">
                <a:solidFill>
                  <a:schemeClr val="l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 sz="1100">
                <a:solidFill>
                  <a:schemeClr val="l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 sz="1100">
                <a:solidFill>
                  <a:schemeClr val="l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 sz="11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4" name="Google Shape;6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2"/>
                </a:solidFill>
              </a:defRPr>
            </a:lvl1pPr>
            <a:lvl2pPr lvl="1">
              <a:buNone/>
              <a:defRPr>
                <a:solidFill>
                  <a:schemeClr val="lt2"/>
                </a:solidFill>
              </a:defRPr>
            </a:lvl2pPr>
            <a:lvl3pPr lvl="2">
              <a:buNone/>
              <a:defRPr>
                <a:solidFill>
                  <a:schemeClr val="lt2"/>
                </a:solidFill>
              </a:defRPr>
            </a:lvl3pPr>
            <a:lvl4pPr lvl="3">
              <a:buNone/>
              <a:defRPr>
                <a:solidFill>
                  <a:schemeClr val="lt2"/>
                </a:solidFill>
              </a:defRPr>
            </a:lvl4pPr>
            <a:lvl5pPr lvl="4">
              <a:buNone/>
              <a:defRPr>
                <a:solidFill>
                  <a:schemeClr val="lt2"/>
                </a:solidFill>
              </a:defRPr>
            </a:lvl5pPr>
            <a:lvl6pPr lvl="5">
              <a:buNone/>
              <a:defRPr>
                <a:solidFill>
                  <a:schemeClr val="lt2"/>
                </a:solidFill>
              </a:defRPr>
            </a:lvl6pPr>
            <a:lvl7pPr lvl="6">
              <a:buNone/>
              <a:defRPr>
                <a:solidFill>
                  <a:schemeClr val="lt2"/>
                </a:solidFill>
              </a:defRPr>
            </a:lvl7pPr>
            <a:lvl8pPr lvl="7">
              <a:buNone/>
              <a:defRPr>
                <a:solidFill>
                  <a:schemeClr val="lt2"/>
                </a:solidFill>
              </a:defRPr>
            </a:lvl8pPr>
            <a:lvl9pPr lvl="8">
              <a:buNone/>
              <a:defRPr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5" name="Google Shape;65;p11" title="Logo - White.png"/>
          <p:cNvPicPr preferRelativeResize="0"/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344179" y="4733000"/>
            <a:ext cx="1003374" cy="10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dk1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with Logo">
  <p:cSld name="BLANK_2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/>
          <p:nvPr>
            <p:ph idx="12" type="sldNum"/>
          </p:nvPr>
        </p:nvSpPr>
        <p:spPr>
          <a:xfrm>
            <a:off x="8726553" y="4778223"/>
            <a:ext cx="341100" cy="31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800">
                <a:solidFill>
                  <a:srgbClr val="888888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lvl="1" algn="r">
              <a:buNone/>
              <a:defRPr sz="800">
                <a:solidFill>
                  <a:srgbClr val="888888"/>
                </a:solidFill>
                <a:latin typeface="Work Sans"/>
                <a:ea typeface="Work Sans"/>
                <a:cs typeface="Work Sans"/>
                <a:sym typeface="Work Sans"/>
              </a:defRPr>
            </a:lvl2pPr>
            <a:lvl3pPr lvl="2" algn="r">
              <a:buNone/>
              <a:defRPr sz="800">
                <a:solidFill>
                  <a:srgbClr val="888888"/>
                </a:solidFill>
                <a:latin typeface="Work Sans"/>
                <a:ea typeface="Work Sans"/>
                <a:cs typeface="Work Sans"/>
                <a:sym typeface="Work Sans"/>
              </a:defRPr>
            </a:lvl3pPr>
            <a:lvl4pPr lvl="3" algn="r">
              <a:buNone/>
              <a:defRPr sz="800">
                <a:solidFill>
                  <a:srgbClr val="888888"/>
                </a:solidFill>
                <a:latin typeface="Work Sans"/>
                <a:ea typeface="Work Sans"/>
                <a:cs typeface="Work Sans"/>
                <a:sym typeface="Work Sans"/>
              </a:defRPr>
            </a:lvl4pPr>
            <a:lvl5pPr lvl="4" algn="r">
              <a:buNone/>
              <a:defRPr sz="800">
                <a:solidFill>
                  <a:srgbClr val="888888"/>
                </a:solidFill>
                <a:latin typeface="Work Sans"/>
                <a:ea typeface="Work Sans"/>
                <a:cs typeface="Work Sans"/>
                <a:sym typeface="Work Sans"/>
              </a:defRPr>
            </a:lvl5pPr>
            <a:lvl6pPr lvl="5" algn="r">
              <a:buNone/>
              <a:defRPr sz="800">
                <a:solidFill>
                  <a:srgbClr val="888888"/>
                </a:solidFill>
                <a:latin typeface="Work Sans"/>
                <a:ea typeface="Work Sans"/>
                <a:cs typeface="Work Sans"/>
                <a:sym typeface="Work Sans"/>
              </a:defRPr>
            </a:lvl6pPr>
            <a:lvl7pPr lvl="6" algn="r">
              <a:buNone/>
              <a:defRPr sz="800">
                <a:solidFill>
                  <a:srgbClr val="888888"/>
                </a:solidFill>
                <a:latin typeface="Work Sans"/>
                <a:ea typeface="Work Sans"/>
                <a:cs typeface="Work Sans"/>
                <a:sym typeface="Work Sans"/>
              </a:defRPr>
            </a:lvl7pPr>
            <a:lvl8pPr lvl="7" algn="r">
              <a:buNone/>
              <a:defRPr sz="800">
                <a:solidFill>
                  <a:srgbClr val="888888"/>
                </a:solidFill>
                <a:latin typeface="Work Sans"/>
                <a:ea typeface="Work Sans"/>
                <a:cs typeface="Work Sans"/>
                <a:sym typeface="Work Sans"/>
              </a:defRPr>
            </a:lvl8pPr>
            <a:lvl9pPr lvl="8" algn="r">
              <a:buNone/>
              <a:defRPr sz="800">
                <a:solidFill>
                  <a:srgbClr val="888888"/>
                </a:solidFill>
                <a:latin typeface="Work Sans"/>
                <a:ea typeface="Work Sans"/>
                <a:cs typeface="Work Sans"/>
                <a:sym typeface="Work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70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bg>
      <p:bgPr>
        <a:solidFill>
          <a:schemeClr val="dk1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/>
          <p:nvPr/>
        </p:nvSpPr>
        <p:spPr>
          <a:xfrm>
            <a:off x="7153875" y="4634975"/>
            <a:ext cx="1887300" cy="393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8F5F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593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eague Gothic"/>
              <a:buNone/>
              <a:defRPr sz="3600">
                <a:solidFill>
                  <a:schemeClr val="dk1"/>
                </a:solidFill>
                <a:latin typeface="League Gothic"/>
                <a:ea typeface="League Gothic"/>
                <a:cs typeface="League Gothic"/>
                <a:sym typeface="League Gothic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eague Gothic"/>
              <a:buNone/>
              <a:defRPr sz="3600">
                <a:solidFill>
                  <a:schemeClr val="dk1"/>
                </a:solidFill>
                <a:latin typeface="League Gothic"/>
                <a:ea typeface="League Gothic"/>
                <a:cs typeface="League Gothic"/>
                <a:sym typeface="League Gothic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eague Gothic"/>
              <a:buNone/>
              <a:defRPr sz="3600">
                <a:solidFill>
                  <a:schemeClr val="dk1"/>
                </a:solidFill>
                <a:latin typeface="League Gothic"/>
                <a:ea typeface="League Gothic"/>
                <a:cs typeface="League Gothic"/>
                <a:sym typeface="League Gothic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eague Gothic"/>
              <a:buNone/>
              <a:defRPr sz="3600">
                <a:solidFill>
                  <a:schemeClr val="dk1"/>
                </a:solidFill>
                <a:latin typeface="League Gothic"/>
                <a:ea typeface="League Gothic"/>
                <a:cs typeface="League Gothic"/>
                <a:sym typeface="League Gothic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eague Gothic"/>
              <a:buNone/>
              <a:defRPr sz="3600">
                <a:solidFill>
                  <a:schemeClr val="dk1"/>
                </a:solidFill>
                <a:latin typeface="League Gothic"/>
                <a:ea typeface="League Gothic"/>
                <a:cs typeface="League Gothic"/>
                <a:sym typeface="League Gothic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eague Gothic"/>
              <a:buNone/>
              <a:defRPr sz="3600">
                <a:solidFill>
                  <a:schemeClr val="dk1"/>
                </a:solidFill>
                <a:latin typeface="League Gothic"/>
                <a:ea typeface="League Gothic"/>
                <a:cs typeface="League Gothic"/>
                <a:sym typeface="League Gothic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eague Gothic"/>
              <a:buNone/>
              <a:defRPr sz="3600">
                <a:solidFill>
                  <a:schemeClr val="dk1"/>
                </a:solidFill>
                <a:latin typeface="League Gothic"/>
                <a:ea typeface="League Gothic"/>
                <a:cs typeface="League Gothic"/>
                <a:sym typeface="League Gothic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eague Gothic"/>
              <a:buNone/>
              <a:defRPr sz="3600">
                <a:solidFill>
                  <a:schemeClr val="dk1"/>
                </a:solidFill>
                <a:latin typeface="League Gothic"/>
                <a:ea typeface="League Gothic"/>
                <a:cs typeface="League Gothic"/>
                <a:sym typeface="League Gothic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eague Gothic"/>
              <a:buNone/>
              <a:defRPr sz="3600">
                <a:solidFill>
                  <a:schemeClr val="dk1"/>
                </a:solidFill>
                <a:latin typeface="League Gothic"/>
                <a:ea typeface="League Gothic"/>
                <a:cs typeface="League Gothic"/>
                <a:sym typeface="League Gothic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59300" y="9238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●"/>
              <a:def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9.png"/><Relationship Id="rId5" Type="http://schemas.openxmlformats.org/officeDocument/2006/relationships/image" Target="../media/image7.png"/><Relationship Id="rId6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9.png"/><Relationship Id="rId5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6.png"/><Relationship Id="rId4" Type="http://schemas.openxmlformats.org/officeDocument/2006/relationships/image" Target="../media/image16.png"/><Relationship Id="rId5" Type="http://schemas.openxmlformats.org/officeDocument/2006/relationships/image" Target="../media/image6.png"/><Relationship Id="rId6" Type="http://schemas.openxmlformats.org/officeDocument/2006/relationships/image" Target="../media/image9.png"/><Relationship Id="rId7" Type="http://schemas.openxmlformats.org/officeDocument/2006/relationships/image" Target="../media/image8.png"/><Relationship Id="rId8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fonts.google.com/specimen/League+Gothic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fonts.google.com/specimen/Roboto?query=roboto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fonts.google.com/specimen/Roboto+Mono?query=roboto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20" Type="http://schemas.openxmlformats.org/officeDocument/2006/relationships/image" Target="../media/image30.png"/><Relationship Id="rId22" Type="http://schemas.openxmlformats.org/officeDocument/2006/relationships/image" Target="../media/image38.png"/><Relationship Id="rId21" Type="http://schemas.openxmlformats.org/officeDocument/2006/relationships/image" Target="../media/image28.png"/><Relationship Id="rId24" Type="http://schemas.openxmlformats.org/officeDocument/2006/relationships/image" Target="../media/image40.png"/><Relationship Id="rId23" Type="http://schemas.openxmlformats.org/officeDocument/2006/relationships/image" Target="../media/image27.png"/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.png"/><Relationship Id="rId4" Type="http://schemas.openxmlformats.org/officeDocument/2006/relationships/image" Target="../media/image12.png"/><Relationship Id="rId9" Type="http://schemas.openxmlformats.org/officeDocument/2006/relationships/image" Target="../media/image21.png"/><Relationship Id="rId26" Type="http://schemas.openxmlformats.org/officeDocument/2006/relationships/image" Target="../media/image29.png"/><Relationship Id="rId25" Type="http://schemas.openxmlformats.org/officeDocument/2006/relationships/image" Target="../media/image43.png"/><Relationship Id="rId28" Type="http://schemas.openxmlformats.org/officeDocument/2006/relationships/image" Target="../media/image41.png"/><Relationship Id="rId27" Type="http://schemas.openxmlformats.org/officeDocument/2006/relationships/image" Target="../media/image31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29" Type="http://schemas.openxmlformats.org/officeDocument/2006/relationships/image" Target="../media/image57.png"/><Relationship Id="rId7" Type="http://schemas.openxmlformats.org/officeDocument/2006/relationships/image" Target="../media/image23.png"/><Relationship Id="rId8" Type="http://schemas.openxmlformats.org/officeDocument/2006/relationships/image" Target="../media/image11.png"/><Relationship Id="rId31" Type="http://schemas.openxmlformats.org/officeDocument/2006/relationships/image" Target="../media/image33.png"/><Relationship Id="rId30" Type="http://schemas.openxmlformats.org/officeDocument/2006/relationships/image" Target="../media/image36.png"/><Relationship Id="rId11" Type="http://schemas.openxmlformats.org/officeDocument/2006/relationships/image" Target="../media/image26.png"/><Relationship Id="rId33" Type="http://schemas.openxmlformats.org/officeDocument/2006/relationships/image" Target="../media/image35.png"/><Relationship Id="rId10" Type="http://schemas.openxmlformats.org/officeDocument/2006/relationships/image" Target="../media/image17.png"/><Relationship Id="rId32" Type="http://schemas.openxmlformats.org/officeDocument/2006/relationships/image" Target="../media/image54.png"/><Relationship Id="rId13" Type="http://schemas.openxmlformats.org/officeDocument/2006/relationships/image" Target="../media/image20.png"/><Relationship Id="rId35" Type="http://schemas.openxmlformats.org/officeDocument/2006/relationships/image" Target="../media/image49.png"/><Relationship Id="rId12" Type="http://schemas.openxmlformats.org/officeDocument/2006/relationships/image" Target="../media/image32.png"/><Relationship Id="rId34" Type="http://schemas.openxmlformats.org/officeDocument/2006/relationships/image" Target="../media/image42.png"/><Relationship Id="rId15" Type="http://schemas.openxmlformats.org/officeDocument/2006/relationships/image" Target="../media/image22.png"/><Relationship Id="rId14" Type="http://schemas.openxmlformats.org/officeDocument/2006/relationships/image" Target="../media/image25.png"/><Relationship Id="rId36" Type="http://schemas.openxmlformats.org/officeDocument/2006/relationships/image" Target="../media/image53.png"/><Relationship Id="rId17" Type="http://schemas.openxmlformats.org/officeDocument/2006/relationships/image" Target="../media/image39.png"/><Relationship Id="rId16" Type="http://schemas.openxmlformats.org/officeDocument/2006/relationships/image" Target="../media/image24.png"/><Relationship Id="rId19" Type="http://schemas.openxmlformats.org/officeDocument/2006/relationships/image" Target="../media/image18.png"/><Relationship Id="rId18" Type="http://schemas.openxmlformats.org/officeDocument/2006/relationships/image" Target="../media/image3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5.png"/><Relationship Id="rId4" Type="http://schemas.openxmlformats.org/officeDocument/2006/relationships/image" Target="../media/image50.png"/><Relationship Id="rId5" Type="http://schemas.openxmlformats.org/officeDocument/2006/relationships/image" Target="../media/image47.png"/><Relationship Id="rId6" Type="http://schemas.openxmlformats.org/officeDocument/2006/relationships/image" Target="../media/image6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6.png"/><Relationship Id="rId4" Type="http://schemas.openxmlformats.org/officeDocument/2006/relationships/image" Target="../media/image44.png"/><Relationship Id="rId5" Type="http://schemas.openxmlformats.org/officeDocument/2006/relationships/image" Target="../media/image4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6.png"/><Relationship Id="rId4" Type="http://schemas.openxmlformats.org/officeDocument/2006/relationships/image" Target="../media/image5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1.png"/><Relationship Id="rId4" Type="http://schemas.openxmlformats.org/officeDocument/2006/relationships/image" Target="../media/image5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5.png"/><Relationship Id="rId4" Type="http://schemas.openxmlformats.org/officeDocument/2006/relationships/image" Target="../media/image6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9.png"/><Relationship Id="rId4" Type="http://schemas.openxmlformats.org/officeDocument/2006/relationships/image" Target="../media/image68.png"/><Relationship Id="rId5" Type="http://schemas.openxmlformats.org/officeDocument/2006/relationships/image" Target="../media/image6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ctrTitle"/>
          </p:nvPr>
        </p:nvSpPr>
        <p:spPr>
          <a:xfrm>
            <a:off x="235508" y="1828050"/>
            <a:ext cx="8520600" cy="20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Astronomer </a:t>
            </a:r>
            <a:br>
              <a:rPr lang="en"/>
            </a:br>
            <a:r>
              <a:rPr lang="en"/>
              <a:t>Brand Guidelines</a:t>
            </a:r>
            <a:endParaRPr/>
          </a:p>
        </p:txBody>
      </p:sp>
      <p:sp>
        <p:nvSpPr>
          <p:cNvPr id="79" name="Google Shape;79;p16"/>
          <p:cNvSpPr txBox="1"/>
          <p:nvPr>
            <p:ph idx="1" type="subTitle"/>
          </p:nvPr>
        </p:nvSpPr>
        <p:spPr>
          <a:xfrm>
            <a:off x="260566" y="3536600"/>
            <a:ext cx="8520600" cy="79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Last updated February 2026</a:t>
            </a:r>
            <a:endParaRPr/>
          </a:p>
        </p:txBody>
      </p:sp>
      <p:pic>
        <p:nvPicPr>
          <p:cNvPr id="80" name="Google Shape;80;p16" title="slidesSolar System Normal@4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30726" y="455824"/>
            <a:ext cx="7361500" cy="4137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235500" y="33177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/>
          <p:nvPr/>
        </p:nvSpPr>
        <p:spPr>
          <a:xfrm>
            <a:off x="100" y="2615675"/>
            <a:ext cx="9144000" cy="252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91" name="Google Shape;9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92125" y="1209275"/>
            <a:ext cx="579600" cy="74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7075" y="1415075"/>
            <a:ext cx="3223451" cy="3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8"/>
          <p:cNvSpPr txBox="1"/>
          <p:nvPr/>
        </p:nvSpPr>
        <p:spPr>
          <a:xfrm>
            <a:off x="927075" y="712475"/>
            <a:ext cx="1249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Logo</a:t>
            </a:r>
            <a:endParaRPr sz="16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4" name="Google Shape;94;p18"/>
          <p:cNvSpPr txBox="1"/>
          <p:nvPr/>
        </p:nvSpPr>
        <p:spPr>
          <a:xfrm>
            <a:off x="6615900" y="712475"/>
            <a:ext cx="1249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Icon</a:t>
            </a:r>
            <a:endParaRPr sz="16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5" name="Google Shape;95;p18"/>
          <p:cNvSpPr txBox="1"/>
          <p:nvPr/>
        </p:nvSpPr>
        <p:spPr>
          <a:xfrm>
            <a:off x="927075" y="3054875"/>
            <a:ext cx="1249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Logo</a:t>
            </a:r>
            <a:endParaRPr sz="16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6" name="Google Shape;96;p18"/>
          <p:cNvSpPr txBox="1"/>
          <p:nvPr/>
        </p:nvSpPr>
        <p:spPr>
          <a:xfrm>
            <a:off x="6615900" y="3054875"/>
            <a:ext cx="1249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Icon</a:t>
            </a:r>
            <a:endParaRPr sz="16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97" name="Google Shape;97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92125" y="3553475"/>
            <a:ext cx="579600" cy="74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27075" y="3764585"/>
            <a:ext cx="3223450" cy="326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/>
          <p:nvPr/>
        </p:nvSpPr>
        <p:spPr>
          <a:xfrm>
            <a:off x="100" y="2615675"/>
            <a:ext cx="9144000" cy="252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4" name="Google Shape;104;p19"/>
          <p:cNvSpPr/>
          <p:nvPr/>
        </p:nvSpPr>
        <p:spPr>
          <a:xfrm>
            <a:off x="4661250" y="2615675"/>
            <a:ext cx="4482900" cy="2527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5" name="Google Shape;105;p19"/>
          <p:cNvSpPr/>
          <p:nvPr/>
        </p:nvSpPr>
        <p:spPr>
          <a:xfrm>
            <a:off x="595125" y="1005275"/>
            <a:ext cx="3887400" cy="10008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6" name="Google Shape;106;p19"/>
          <p:cNvSpPr/>
          <p:nvPr/>
        </p:nvSpPr>
        <p:spPr>
          <a:xfrm>
            <a:off x="6560175" y="799475"/>
            <a:ext cx="1305000" cy="14232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07" name="Google Shape;10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92125" y="1133075"/>
            <a:ext cx="579600" cy="74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7075" y="1338875"/>
            <a:ext cx="3223451" cy="3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9"/>
          <p:cNvSpPr txBox="1"/>
          <p:nvPr/>
        </p:nvSpPr>
        <p:spPr>
          <a:xfrm>
            <a:off x="3141050" y="206875"/>
            <a:ext cx="3279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Use the “A” rule for padding.</a:t>
            </a:r>
            <a:endParaRPr sz="16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0" name="Google Shape;110;p19"/>
          <p:cNvSpPr txBox="1"/>
          <p:nvPr/>
        </p:nvSpPr>
        <p:spPr>
          <a:xfrm>
            <a:off x="887100" y="2888725"/>
            <a:ext cx="3137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Keep it simple. </a:t>
            </a:r>
            <a:endParaRPr sz="16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11" name="Google Shape;11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5125" y="3764585"/>
            <a:ext cx="3223450" cy="3264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9"/>
          <p:cNvPicPr preferRelativeResize="0"/>
          <p:nvPr/>
        </p:nvPicPr>
        <p:blipFill rotWithShape="1">
          <a:blip r:embed="rId4">
            <a:alphaModFix amt="17000"/>
          </a:blip>
          <a:srcRect b="0" l="0" r="89702" t="0"/>
          <a:stretch/>
        </p:blipFill>
        <p:spPr>
          <a:xfrm>
            <a:off x="927075" y="1672475"/>
            <a:ext cx="331950" cy="33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9"/>
          <p:cNvPicPr preferRelativeResize="0"/>
          <p:nvPr/>
        </p:nvPicPr>
        <p:blipFill rotWithShape="1">
          <a:blip r:embed="rId4">
            <a:alphaModFix amt="17000"/>
          </a:blip>
          <a:srcRect b="0" l="0" r="89702" t="0"/>
          <a:stretch/>
        </p:blipFill>
        <p:spPr>
          <a:xfrm>
            <a:off x="927075" y="1005275"/>
            <a:ext cx="331950" cy="33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9"/>
          <p:cNvPicPr preferRelativeResize="0"/>
          <p:nvPr/>
        </p:nvPicPr>
        <p:blipFill rotWithShape="1">
          <a:blip r:embed="rId4">
            <a:alphaModFix amt="17000"/>
          </a:blip>
          <a:srcRect b="0" l="0" r="89702" t="0"/>
          <a:stretch/>
        </p:blipFill>
        <p:spPr>
          <a:xfrm>
            <a:off x="595125" y="1338875"/>
            <a:ext cx="331950" cy="33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9"/>
          <p:cNvPicPr preferRelativeResize="0"/>
          <p:nvPr/>
        </p:nvPicPr>
        <p:blipFill rotWithShape="1">
          <a:blip r:embed="rId4">
            <a:alphaModFix amt="17000"/>
          </a:blip>
          <a:srcRect b="0" l="0" r="89702" t="0"/>
          <a:stretch/>
        </p:blipFill>
        <p:spPr>
          <a:xfrm>
            <a:off x="4150525" y="1338875"/>
            <a:ext cx="331950" cy="33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9"/>
          <p:cNvPicPr preferRelativeResize="0"/>
          <p:nvPr/>
        </p:nvPicPr>
        <p:blipFill rotWithShape="1">
          <a:blip r:embed="rId4">
            <a:alphaModFix amt="17000"/>
          </a:blip>
          <a:srcRect b="0" l="0" r="89702" t="0"/>
          <a:stretch/>
        </p:blipFill>
        <p:spPr>
          <a:xfrm>
            <a:off x="6560175" y="1338875"/>
            <a:ext cx="331950" cy="33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9"/>
          <p:cNvPicPr preferRelativeResize="0"/>
          <p:nvPr/>
        </p:nvPicPr>
        <p:blipFill rotWithShape="1">
          <a:blip r:embed="rId4">
            <a:alphaModFix amt="17000"/>
          </a:blip>
          <a:srcRect b="0" l="0" r="89702" t="0"/>
          <a:stretch/>
        </p:blipFill>
        <p:spPr>
          <a:xfrm>
            <a:off x="7533150" y="1338875"/>
            <a:ext cx="331950" cy="33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9"/>
          <p:cNvPicPr preferRelativeResize="0"/>
          <p:nvPr/>
        </p:nvPicPr>
        <p:blipFill rotWithShape="1">
          <a:blip r:embed="rId4">
            <a:alphaModFix amt="17000"/>
          </a:blip>
          <a:srcRect b="0" l="0" r="89702" t="0"/>
          <a:stretch/>
        </p:blipFill>
        <p:spPr>
          <a:xfrm>
            <a:off x="7074525" y="799475"/>
            <a:ext cx="331950" cy="33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9"/>
          <p:cNvPicPr preferRelativeResize="0"/>
          <p:nvPr/>
        </p:nvPicPr>
        <p:blipFill rotWithShape="1">
          <a:blip r:embed="rId4">
            <a:alphaModFix amt="17000"/>
          </a:blip>
          <a:srcRect b="0" l="0" r="89702" t="0"/>
          <a:stretch/>
        </p:blipFill>
        <p:spPr>
          <a:xfrm>
            <a:off x="7074525" y="1889075"/>
            <a:ext cx="331950" cy="333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0" name="Google Shape;120;p19"/>
          <p:cNvCxnSpPr/>
          <p:nvPr/>
        </p:nvCxnSpPr>
        <p:spPr>
          <a:xfrm>
            <a:off x="6890950" y="561775"/>
            <a:ext cx="0" cy="1806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21" name="Google Shape;121;p19"/>
          <p:cNvCxnSpPr/>
          <p:nvPr/>
        </p:nvCxnSpPr>
        <p:spPr>
          <a:xfrm>
            <a:off x="7533150" y="561775"/>
            <a:ext cx="0" cy="1806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22" name="Google Shape;122;p19"/>
          <p:cNvCxnSpPr/>
          <p:nvPr/>
        </p:nvCxnSpPr>
        <p:spPr>
          <a:xfrm rot="10800000">
            <a:off x="429350" y="2077625"/>
            <a:ext cx="4333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23" name="Google Shape;123;p19"/>
          <p:cNvCxnSpPr/>
          <p:nvPr/>
        </p:nvCxnSpPr>
        <p:spPr>
          <a:xfrm rot="10800000">
            <a:off x="6476025" y="1123725"/>
            <a:ext cx="1925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24" name="Google Shape;124;p19"/>
          <p:cNvCxnSpPr/>
          <p:nvPr/>
        </p:nvCxnSpPr>
        <p:spPr>
          <a:xfrm rot="10800000">
            <a:off x="6476025" y="1889075"/>
            <a:ext cx="1925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25" name="Google Shape;125;p19"/>
          <p:cNvCxnSpPr/>
          <p:nvPr/>
        </p:nvCxnSpPr>
        <p:spPr>
          <a:xfrm>
            <a:off x="920450" y="561775"/>
            <a:ext cx="0" cy="1806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26" name="Google Shape;126;p19"/>
          <p:cNvCxnSpPr/>
          <p:nvPr/>
        </p:nvCxnSpPr>
        <p:spPr>
          <a:xfrm>
            <a:off x="4144500" y="561775"/>
            <a:ext cx="0" cy="1806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27" name="Google Shape;127;p19"/>
          <p:cNvCxnSpPr/>
          <p:nvPr/>
        </p:nvCxnSpPr>
        <p:spPr>
          <a:xfrm rot="10800000">
            <a:off x="785350" y="1338875"/>
            <a:ext cx="4410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28" name="Google Shape;128;p19"/>
          <p:cNvCxnSpPr/>
          <p:nvPr/>
        </p:nvCxnSpPr>
        <p:spPr>
          <a:xfrm rot="10800000">
            <a:off x="250650" y="1672475"/>
            <a:ext cx="4410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pic>
        <p:nvPicPr>
          <p:cNvPr id="129" name="Google Shape;12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95950" y="3761025"/>
            <a:ext cx="3223451" cy="3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9"/>
          <p:cNvSpPr txBox="1"/>
          <p:nvPr/>
        </p:nvSpPr>
        <p:spPr>
          <a:xfrm>
            <a:off x="2365050" y="4339175"/>
            <a:ext cx="1447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Astronomer Logo</a:t>
            </a:r>
            <a:endParaRPr b="1" sz="8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#2B215B</a:t>
            </a:r>
            <a:endParaRPr sz="8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1" name="Google Shape;131;p19"/>
          <p:cNvSpPr/>
          <p:nvPr/>
        </p:nvSpPr>
        <p:spPr>
          <a:xfrm>
            <a:off x="2015850" y="4394825"/>
            <a:ext cx="332100" cy="319800"/>
          </a:xfrm>
          <a:prstGeom prst="rect">
            <a:avLst/>
          </a:prstGeom>
          <a:solidFill>
            <a:srgbClr val="2B215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2" name="Google Shape;132;p19"/>
          <p:cNvSpPr txBox="1"/>
          <p:nvPr/>
        </p:nvSpPr>
        <p:spPr>
          <a:xfrm>
            <a:off x="6909375" y="4339175"/>
            <a:ext cx="1447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White</a:t>
            </a:r>
            <a:endParaRPr b="1" sz="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#FFFFFF</a:t>
            </a:r>
            <a:endParaRPr sz="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3" name="Google Shape;133;p19"/>
          <p:cNvSpPr/>
          <p:nvPr/>
        </p:nvSpPr>
        <p:spPr>
          <a:xfrm>
            <a:off x="6560175" y="4394825"/>
            <a:ext cx="332100" cy="319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4" name="Google Shape;134;p19"/>
          <p:cNvSpPr txBox="1"/>
          <p:nvPr/>
        </p:nvSpPr>
        <p:spPr>
          <a:xfrm>
            <a:off x="5333850" y="2888725"/>
            <a:ext cx="3137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One color only.</a:t>
            </a:r>
            <a:endParaRPr sz="16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0"/>
          <p:cNvSpPr/>
          <p:nvPr/>
        </p:nvSpPr>
        <p:spPr>
          <a:xfrm>
            <a:off x="4620782" y="2841913"/>
            <a:ext cx="1997400" cy="1030200"/>
          </a:xfrm>
          <a:prstGeom prst="roundRect">
            <a:avLst>
              <a:gd fmla="val 8228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140" name="Google Shape;140;p20"/>
          <p:cNvPicPr preferRelativeResize="0"/>
          <p:nvPr/>
        </p:nvPicPr>
        <p:blipFill rotWithShape="1">
          <a:blip r:embed="rId3">
            <a:alphaModFix/>
          </a:blip>
          <a:srcRect b="5649" l="0" r="37012" t="50963"/>
          <a:stretch/>
        </p:blipFill>
        <p:spPr>
          <a:xfrm>
            <a:off x="4620795" y="2841900"/>
            <a:ext cx="1997401" cy="1030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0"/>
          <p:cNvSpPr/>
          <p:nvPr/>
        </p:nvSpPr>
        <p:spPr>
          <a:xfrm>
            <a:off x="434932" y="938675"/>
            <a:ext cx="1997400" cy="1030200"/>
          </a:xfrm>
          <a:prstGeom prst="roundRect">
            <a:avLst>
              <a:gd fmla="val 8228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42" name="Google Shape;142;p20"/>
          <p:cNvSpPr/>
          <p:nvPr/>
        </p:nvSpPr>
        <p:spPr>
          <a:xfrm>
            <a:off x="2527857" y="938675"/>
            <a:ext cx="1997400" cy="1030200"/>
          </a:xfrm>
          <a:prstGeom prst="roundRect">
            <a:avLst>
              <a:gd fmla="val 8228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43" name="Google Shape;143;p20"/>
          <p:cNvSpPr/>
          <p:nvPr/>
        </p:nvSpPr>
        <p:spPr>
          <a:xfrm>
            <a:off x="4620782" y="938675"/>
            <a:ext cx="1997400" cy="1030200"/>
          </a:xfrm>
          <a:prstGeom prst="roundRect">
            <a:avLst>
              <a:gd fmla="val 8228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44" name="Google Shape;144;p20"/>
          <p:cNvSpPr/>
          <p:nvPr/>
        </p:nvSpPr>
        <p:spPr>
          <a:xfrm>
            <a:off x="434932" y="2841900"/>
            <a:ext cx="1997400" cy="1030200"/>
          </a:xfrm>
          <a:prstGeom prst="roundRect">
            <a:avLst>
              <a:gd fmla="val 8228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45" name="Google Shape;145;p20"/>
          <p:cNvSpPr txBox="1"/>
          <p:nvPr/>
        </p:nvSpPr>
        <p:spPr>
          <a:xfrm>
            <a:off x="434932" y="2134093"/>
            <a:ext cx="1997400" cy="6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814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Don’t use the white logo on white or light backgrounds.</a:t>
            </a:r>
            <a:endParaRPr sz="814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46" name="Google Shape;146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3812" y="2072028"/>
            <a:ext cx="99640" cy="9962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0"/>
          <p:cNvSpPr txBox="1"/>
          <p:nvPr/>
        </p:nvSpPr>
        <p:spPr>
          <a:xfrm>
            <a:off x="2527857" y="2127618"/>
            <a:ext cx="1997400" cy="6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814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Don’t stretch the logo or icon. </a:t>
            </a:r>
            <a:endParaRPr sz="814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48" name="Google Shape;148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26737" y="2065553"/>
            <a:ext cx="99640" cy="996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0"/>
          <p:cNvSpPr txBox="1"/>
          <p:nvPr/>
        </p:nvSpPr>
        <p:spPr>
          <a:xfrm>
            <a:off x="4640257" y="2127618"/>
            <a:ext cx="1997400" cy="6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814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Don’t add a drop shadow. </a:t>
            </a:r>
            <a:endParaRPr sz="814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50" name="Google Shape;15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39137" y="2065553"/>
            <a:ext cx="99640" cy="99625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0"/>
          <p:cNvSpPr txBox="1"/>
          <p:nvPr/>
        </p:nvSpPr>
        <p:spPr>
          <a:xfrm>
            <a:off x="434932" y="4033588"/>
            <a:ext cx="1997400" cy="6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814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Don’t rotate the icon or logo.</a:t>
            </a:r>
            <a:endParaRPr sz="814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52" name="Google Shape;152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3812" y="3971523"/>
            <a:ext cx="99640" cy="99625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0"/>
          <p:cNvSpPr/>
          <p:nvPr/>
        </p:nvSpPr>
        <p:spPr>
          <a:xfrm>
            <a:off x="2527857" y="2841900"/>
            <a:ext cx="1997400" cy="1030200"/>
          </a:xfrm>
          <a:prstGeom prst="roundRect">
            <a:avLst>
              <a:gd fmla="val 8228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54" name="Google Shape;154;p20"/>
          <p:cNvSpPr txBox="1"/>
          <p:nvPr/>
        </p:nvSpPr>
        <p:spPr>
          <a:xfrm>
            <a:off x="2527857" y="4033588"/>
            <a:ext cx="1997400" cy="6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814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Don’t use the logo &amp; icon together.</a:t>
            </a:r>
            <a:endParaRPr sz="814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55" name="Google Shape;155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26737" y="3971523"/>
            <a:ext cx="99640" cy="9962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0"/>
          <p:cNvSpPr txBox="1"/>
          <p:nvPr/>
        </p:nvSpPr>
        <p:spPr>
          <a:xfrm>
            <a:off x="4620782" y="4033576"/>
            <a:ext cx="1997400" cy="6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814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Don’t place on busy patterns or photography.</a:t>
            </a:r>
            <a:endParaRPr sz="814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57" name="Google Shape;157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19662" y="3971511"/>
            <a:ext cx="99640" cy="9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1367065">
            <a:off x="1214279" y="3206197"/>
            <a:ext cx="347284" cy="4465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39671" y="3487901"/>
            <a:ext cx="1373792" cy="142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03069" y="3083925"/>
            <a:ext cx="246997" cy="3175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54157" y="1382700"/>
            <a:ext cx="1744825" cy="142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01021" y="1382689"/>
            <a:ext cx="1373792" cy="142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32596" y="1382689"/>
            <a:ext cx="1373792" cy="142174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3660000" dist="114300">
              <a:schemeClr val="accent1">
                <a:alpha val="51000"/>
              </a:schemeClr>
            </a:outerShdw>
          </a:effectLst>
        </p:spPr>
      </p:pic>
      <p:pic>
        <p:nvPicPr>
          <p:cNvPr id="164" name="Google Shape;164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52071" y="3285939"/>
            <a:ext cx="1373792" cy="142174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0"/>
          <p:cNvSpPr txBox="1"/>
          <p:nvPr>
            <p:ph type="title"/>
          </p:nvPr>
        </p:nvSpPr>
        <p:spPr>
          <a:xfrm>
            <a:off x="159300" y="2164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Logo No-No’s</a:t>
            </a:r>
            <a:endParaRPr/>
          </a:p>
        </p:txBody>
      </p:sp>
      <p:sp>
        <p:nvSpPr>
          <p:cNvPr id="166" name="Google Shape;166;p20"/>
          <p:cNvSpPr/>
          <p:nvPr/>
        </p:nvSpPr>
        <p:spPr>
          <a:xfrm>
            <a:off x="6733182" y="2841913"/>
            <a:ext cx="1997400" cy="1030200"/>
          </a:xfrm>
          <a:prstGeom prst="roundRect">
            <a:avLst>
              <a:gd fmla="val 8228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67" name="Google Shape;167;p20"/>
          <p:cNvSpPr/>
          <p:nvPr/>
        </p:nvSpPr>
        <p:spPr>
          <a:xfrm>
            <a:off x="6733182" y="938675"/>
            <a:ext cx="1997400" cy="1030200"/>
          </a:xfrm>
          <a:prstGeom prst="roundRect">
            <a:avLst>
              <a:gd fmla="val 8228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68" name="Google Shape;168;p20"/>
          <p:cNvSpPr txBox="1"/>
          <p:nvPr/>
        </p:nvSpPr>
        <p:spPr>
          <a:xfrm>
            <a:off x="6752657" y="2127618"/>
            <a:ext cx="1997400" cy="6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814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Don’t change the color!</a:t>
            </a:r>
            <a:endParaRPr sz="814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69" name="Google Shape;169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51537" y="2065553"/>
            <a:ext cx="99640" cy="9962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0"/>
          <p:cNvSpPr txBox="1"/>
          <p:nvPr/>
        </p:nvSpPr>
        <p:spPr>
          <a:xfrm>
            <a:off x="6733182" y="4033576"/>
            <a:ext cx="1997400" cy="6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814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Don’t place alongside other logos without proper spacing and scaling.</a:t>
            </a:r>
            <a:endParaRPr sz="814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71" name="Google Shape;171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32062" y="3971511"/>
            <a:ext cx="99640" cy="9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04604" y="3345347"/>
            <a:ext cx="962819" cy="9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030075" y="1382693"/>
            <a:ext cx="1403657" cy="142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790516" y="3131766"/>
            <a:ext cx="863114" cy="45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1"/>
          <p:cNvSpPr txBox="1"/>
          <p:nvPr>
            <p:ph type="title"/>
          </p:nvPr>
        </p:nvSpPr>
        <p:spPr>
          <a:xfrm>
            <a:off x="235500" y="33177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Color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2"/>
          <p:cNvSpPr/>
          <p:nvPr/>
        </p:nvSpPr>
        <p:spPr>
          <a:xfrm>
            <a:off x="2968650" y="1431800"/>
            <a:ext cx="980400" cy="1443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5" name="Google Shape;185;p22"/>
          <p:cNvSpPr txBox="1"/>
          <p:nvPr>
            <p:ph type="title"/>
          </p:nvPr>
        </p:nvSpPr>
        <p:spPr>
          <a:xfrm>
            <a:off x="159300" y="2164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Primary Palette</a:t>
            </a:r>
            <a:endParaRPr/>
          </a:p>
        </p:txBody>
      </p:sp>
      <p:sp>
        <p:nvSpPr>
          <p:cNvPr id="186" name="Google Shape;186;p22"/>
          <p:cNvSpPr txBox="1"/>
          <p:nvPr/>
        </p:nvSpPr>
        <p:spPr>
          <a:xfrm>
            <a:off x="2968652" y="2434990"/>
            <a:ext cx="980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New Moon</a:t>
            </a:r>
            <a:r>
              <a:rPr b="1" lang="en" sz="8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 70</a:t>
            </a:r>
            <a:endParaRPr b="1" sz="8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#</a:t>
            </a:r>
            <a:r>
              <a:rPr lang="en" sz="8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555261</a:t>
            </a:r>
            <a:endParaRPr sz="8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7" name="Google Shape;187;p22"/>
          <p:cNvSpPr/>
          <p:nvPr/>
        </p:nvSpPr>
        <p:spPr>
          <a:xfrm>
            <a:off x="3041850" y="1500120"/>
            <a:ext cx="834000" cy="92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8" name="Google Shape;188;p22"/>
          <p:cNvSpPr/>
          <p:nvPr/>
        </p:nvSpPr>
        <p:spPr>
          <a:xfrm>
            <a:off x="1856000" y="1431800"/>
            <a:ext cx="980400" cy="1443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9" name="Google Shape;189;p22"/>
          <p:cNvSpPr txBox="1"/>
          <p:nvPr/>
        </p:nvSpPr>
        <p:spPr>
          <a:xfrm>
            <a:off x="1856002" y="2434990"/>
            <a:ext cx="980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New Moon</a:t>
            </a:r>
            <a:r>
              <a:rPr b="1" lang="en" sz="8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 80</a:t>
            </a:r>
            <a:endParaRPr b="1" sz="8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#</a:t>
            </a:r>
            <a:r>
              <a:rPr lang="en" sz="8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343247</a:t>
            </a:r>
            <a:endParaRPr sz="8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0" name="Google Shape;190;p22"/>
          <p:cNvSpPr/>
          <p:nvPr/>
        </p:nvSpPr>
        <p:spPr>
          <a:xfrm>
            <a:off x="1929200" y="1500120"/>
            <a:ext cx="834000" cy="927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1" name="Google Shape;191;p22"/>
          <p:cNvSpPr/>
          <p:nvPr/>
        </p:nvSpPr>
        <p:spPr>
          <a:xfrm>
            <a:off x="4081300" y="1431800"/>
            <a:ext cx="980400" cy="1443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2" name="Google Shape;192;p22"/>
          <p:cNvSpPr txBox="1"/>
          <p:nvPr/>
        </p:nvSpPr>
        <p:spPr>
          <a:xfrm>
            <a:off x="4081302" y="2434990"/>
            <a:ext cx="980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Purple</a:t>
            </a:r>
            <a:r>
              <a:rPr b="1" lang="en" sz="8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 60</a:t>
            </a:r>
            <a:endParaRPr b="1" sz="8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#</a:t>
            </a:r>
            <a:r>
              <a:rPr lang="en" sz="8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872DED</a:t>
            </a:r>
            <a:endParaRPr sz="8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3" name="Google Shape;193;p22"/>
          <p:cNvSpPr/>
          <p:nvPr/>
        </p:nvSpPr>
        <p:spPr>
          <a:xfrm>
            <a:off x="4154500" y="1500120"/>
            <a:ext cx="834000" cy="92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4" name="Google Shape;194;p22"/>
          <p:cNvSpPr/>
          <p:nvPr/>
        </p:nvSpPr>
        <p:spPr>
          <a:xfrm>
            <a:off x="6307588" y="1431800"/>
            <a:ext cx="980400" cy="1443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5" name="Google Shape;195;p22"/>
          <p:cNvSpPr txBox="1"/>
          <p:nvPr/>
        </p:nvSpPr>
        <p:spPr>
          <a:xfrm>
            <a:off x="6307589" y="2434990"/>
            <a:ext cx="980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New Moon</a:t>
            </a:r>
            <a:r>
              <a:rPr b="1" lang="en" sz="8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 10</a:t>
            </a:r>
            <a:endParaRPr b="1" sz="8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#</a:t>
            </a:r>
            <a:r>
              <a:rPr lang="en" sz="8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F0ECE5</a:t>
            </a:r>
            <a:endParaRPr sz="8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6" name="Google Shape;196;p22"/>
          <p:cNvSpPr/>
          <p:nvPr/>
        </p:nvSpPr>
        <p:spPr>
          <a:xfrm>
            <a:off x="6380788" y="1500120"/>
            <a:ext cx="834000" cy="927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7" name="Google Shape;197;p22"/>
          <p:cNvSpPr txBox="1"/>
          <p:nvPr/>
        </p:nvSpPr>
        <p:spPr>
          <a:xfrm>
            <a:off x="1856002" y="2927340"/>
            <a:ext cx="980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Pantone </a:t>
            </a:r>
            <a:endParaRPr sz="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8" name="Google Shape;198;p22"/>
          <p:cNvSpPr txBox="1"/>
          <p:nvPr/>
        </p:nvSpPr>
        <p:spPr>
          <a:xfrm>
            <a:off x="4081302" y="2927340"/>
            <a:ext cx="980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Pantone 266C</a:t>
            </a:r>
            <a:endParaRPr b="1" sz="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9" name="Google Shape;199;p22"/>
          <p:cNvSpPr/>
          <p:nvPr/>
        </p:nvSpPr>
        <p:spPr>
          <a:xfrm>
            <a:off x="5193950" y="1431800"/>
            <a:ext cx="980400" cy="1443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0" name="Google Shape;200;p22"/>
          <p:cNvSpPr txBox="1"/>
          <p:nvPr/>
        </p:nvSpPr>
        <p:spPr>
          <a:xfrm>
            <a:off x="5193952" y="2434990"/>
            <a:ext cx="980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Gold</a:t>
            </a:r>
            <a:r>
              <a:rPr b="1" lang="en" sz="8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 40</a:t>
            </a:r>
            <a:endParaRPr b="1" sz="8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#</a:t>
            </a:r>
            <a:r>
              <a:rPr lang="en" sz="8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FFB32D</a:t>
            </a:r>
            <a:endParaRPr sz="8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1" name="Google Shape;201;p22"/>
          <p:cNvSpPr/>
          <p:nvPr/>
        </p:nvSpPr>
        <p:spPr>
          <a:xfrm>
            <a:off x="5267150" y="1500120"/>
            <a:ext cx="834000" cy="927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2" name="Google Shape;202;p22"/>
          <p:cNvSpPr txBox="1"/>
          <p:nvPr/>
        </p:nvSpPr>
        <p:spPr>
          <a:xfrm>
            <a:off x="5193952" y="2927340"/>
            <a:ext cx="980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Pantone 123C</a:t>
            </a:r>
            <a:endParaRPr b="1" sz="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3" name="Google Shape;203;p22"/>
          <p:cNvSpPr txBox="1"/>
          <p:nvPr/>
        </p:nvSpPr>
        <p:spPr>
          <a:xfrm>
            <a:off x="6306602" y="2927340"/>
            <a:ext cx="980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Pantone </a:t>
            </a:r>
            <a:endParaRPr sz="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4" name="Google Shape;204;p22"/>
          <p:cNvSpPr txBox="1"/>
          <p:nvPr/>
        </p:nvSpPr>
        <p:spPr>
          <a:xfrm>
            <a:off x="2968652" y="2927340"/>
            <a:ext cx="980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Pantone </a:t>
            </a:r>
            <a:endParaRPr sz="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3"/>
          <p:cNvSpPr txBox="1"/>
          <p:nvPr>
            <p:ph type="title"/>
          </p:nvPr>
        </p:nvSpPr>
        <p:spPr>
          <a:xfrm>
            <a:off x="159300" y="2164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Supporting Colors</a:t>
            </a:r>
            <a:endParaRPr/>
          </a:p>
        </p:txBody>
      </p:sp>
      <p:grpSp>
        <p:nvGrpSpPr>
          <p:cNvPr id="210" name="Google Shape;210;p23"/>
          <p:cNvGrpSpPr/>
          <p:nvPr/>
        </p:nvGrpSpPr>
        <p:grpSpPr>
          <a:xfrm>
            <a:off x="3555000" y="2967460"/>
            <a:ext cx="980402" cy="1060286"/>
            <a:chOff x="4628325" y="878395"/>
            <a:chExt cx="980402" cy="1060286"/>
          </a:xfrm>
        </p:grpSpPr>
        <p:sp>
          <p:nvSpPr>
            <p:cNvPr id="211" name="Google Shape;211;p23"/>
            <p:cNvSpPr/>
            <p:nvPr/>
          </p:nvSpPr>
          <p:spPr>
            <a:xfrm>
              <a:off x="4628325" y="878395"/>
              <a:ext cx="980400" cy="10311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12" name="Google Shape;212;p23"/>
            <p:cNvSpPr txBox="1"/>
            <p:nvPr/>
          </p:nvSpPr>
          <p:spPr>
            <a:xfrm>
              <a:off x="4628327" y="1507581"/>
              <a:ext cx="980400" cy="4311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chemeClr val="dk2"/>
                  </a:solidFill>
                  <a:latin typeface="Inter"/>
                  <a:ea typeface="Inter"/>
                  <a:cs typeface="Inter"/>
                  <a:sym typeface="Inter"/>
                </a:rPr>
                <a:t>Blue 5</a:t>
              </a:r>
              <a:r>
                <a:rPr b="1" lang="en" sz="800">
                  <a:solidFill>
                    <a:schemeClr val="dk2"/>
                  </a:solidFill>
                  <a:latin typeface="Inter"/>
                  <a:ea typeface="Inter"/>
                  <a:cs typeface="Inter"/>
                  <a:sym typeface="Inter"/>
                </a:rPr>
                <a:t>0 </a:t>
              </a:r>
              <a:endParaRPr b="1" sz="8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dk2"/>
                  </a:solidFill>
                  <a:latin typeface="Inter"/>
                  <a:ea typeface="Inter"/>
                  <a:cs typeface="Inter"/>
                  <a:sym typeface="Inter"/>
                </a:rPr>
                <a:t>#</a:t>
              </a:r>
              <a:r>
                <a:rPr lang="en" sz="800">
                  <a:solidFill>
                    <a:schemeClr val="dk2"/>
                  </a:solidFill>
                  <a:latin typeface="Inter"/>
                  <a:ea typeface="Inter"/>
                  <a:cs typeface="Inter"/>
                  <a:sym typeface="Inter"/>
                </a:rPr>
                <a:t>2676FF</a:t>
              </a:r>
              <a:endParaRPr sz="8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13" name="Google Shape;213;p23"/>
            <p:cNvSpPr/>
            <p:nvPr/>
          </p:nvSpPr>
          <p:spPr>
            <a:xfrm>
              <a:off x="4701525" y="948530"/>
              <a:ext cx="834000" cy="5547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14" name="Google Shape;214;p23"/>
          <p:cNvGrpSpPr/>
          <p:nvPr/>
        </p:nvGrpSpPr>
        <p:grpSpPr>
          <a:xfrm>
            <a:off x="4608600" y="2967460"/>
            <a:ext cx="980402" cy="1060286"/>
            <a:chOff x="4628325" y="878395"/>
            <a:chExt cx="980402" cy="1060286"/>
          </a:xfrm>
        </p:grpSpPr>
        <p:sp>
          <p:nvSpPr>
            <p:cNvPr id="215" name="Google Shape;215;p23"/>
            <p:cNvSpPr/>
            <p:nvPr/>
          </p:nvSpPr>
          <p:spPr>
            <a:xfrm>
              <a:off x="4628325" y="878395"/>
              <a:ext cx="980400" cy="10311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16" name="Google Shape;216;p23"/>
            <p:cNvSpPr txBox="1"/>
            <p:nvPr/>
          </p:nvSpPr>
          <p:spPr>
            <a:xfrm>
              <a:off x="4628327" y="1507581"/>
              <a:ext cx="980400" cy="4311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chemeClr val="dk2"/>
                  </a:solidFill>
                  <a:latin typeface="Inter"/>
                  <a:ea typeface="Inter"/>
                  <a:cs typeface="Inter"/>
                  <a:sym typeface="Inter"/>
                </a:rPr>
                <a:t>Green 5</a:t>
              </a:r>
              <a:r>
                <a:rPr b="1" lang="en" sz="800">
                  <a:solidFill>
                    <a:schemeClr val="dk2"/>
                  </a:solidFill>
                  <a:latin typeface="Inter"/>
                  <a:ea typeface="Inter"/>
                  <a:cs typeface="Inter"/>
                  <a:sym typeface="Inter"/>
                </a:rPr>
                <a:t>0 </a:t>
              </a:r>
              <a:endParaRPr b="1" sz="8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dk2"/>
                  </a:solidFill>
                  <a:latin typeface="Inter"/>
                  <a:ea typeface="Inter"/>
                  <a:cs typeface="Inter"/>
                  <a:sym typeface="Inter"/>
                </a:rPr>
                <a:t>#</a:t>
              </a:r>
              <a:r>
                <a:rPr lang="en" sz="800">
                  <a:solidFill>
                    <a:schemeClr val="dk2"/>
                  </a:solidFill>
                  <a:latin typeface="Inter"/>
                  <a:ea typeface="Inter"/>
                  <a:cs typeface="Inter"/>
                  <a:sym typeface="Inter"/>
                </a:rPr>
                <a:t>19BA5A</a:t>
              </a:r>
              <a:endParaRPr sz="8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17" name="Google Shape;217;p23"/>
            <p:cNvSpPr/>
            <p:nvPr/>
          </p:nvSpPr>
          <p:spPr>
            <a:xfrm>
              <a:off x="4701525" y="948530"/>
              <a:ext cx="834000" cy="5547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18" name="Google Shape;218;p23"/>
          <p:cNvGrpSpPr/>
          <p:nvPr/>
        </p:nvGrpSpPr>
        <p:grpSpPr>
          <a:xfrm>
            <a:off x="5662200" y="2967460"/>
            <a:ext cx="980402" cy="1060286"/>
            <a:chOff x="4628325" y="878395"/>
            <a:chExt cx="980402" cy="1060286"/>
          </a:xfrm>
        </p:grpSpPr>
        <p:sp>
          <p:nvSpPr>
            <p:cNvPr id="219" name="Google Shape;219;p23"/>
            <p:cNvSpPr/>
            <p:nvPr/>
          </p:nvSpPr>
          <p:spPr>
            <a:xfrm>
              <a:off x="4628325" y="878395"/>
              <a:ext cx="980400" cy="10311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20" name="Google Shape;220;p23"/>
            <p:cNvSpPr txBox="1"/>
            <p:nvPr/>
          </p:nvSpPr>
          <p:spPr>
            <a:xfrm>
              <a:off x="4628327" y="1507581"/>
              <a:ext cx="980400" cy="4311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chemeClr val="dk2"/>
                  </a:solidFill>
                  <a:latin typeface="Inter"/>
                  <a:ea typeface="Inter"/>
                  <a:cs typeface="Inter"/>
                  <a:sym typeface="Inter"/>
                </a:rPr>
                <a:t>Teal</a:t>
              </a:r>
              <a:r>
                <a:rPr b="1" lang="en" sz="800">
                  <a:solidFill>
                    <a:schemeClr val="dk2"/>
                  </a:solidFill>
                  <a:latin typeface="Inter"/>
                  <a:ea typeface="Inter"/>
                  <a:cs typeface="Inter"/>
                  <a:sym typeface="Inter"/>
                </a:rPr>
                <a:t> 50 </a:t>
              </a:r>
              <a:endParaRPr b="1" sz="8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dk2"/>
                  </a:solidFill>
                  <a:latin typeface="Inter"/>
                  <a:ea typeface="Inter"/>
                  <a:cs typeface="Inter"/>
                  <a:sym typeface="Inter"/>
                </a:rPr>
                <a:t>#</a:t>
              </a:r>
              <a:r>
                <a:rPr lang="en" sz="800">
                  <a:solidFill>
                    <a:schemeClr val="dk2"/>
                  </a:solidFill>
                  <a:latin typeface="Inter"/>
                  <a:ea typeface="Inter"/>
                  <a:cs typeface="Inter"/>
                  <a:sym typeface="Inter"/>
                </a:rPr>
                <a:t>13BDD7</a:t>
              </a:r>
              <a:endParaRPr sz="8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21" name="Google Shape;221;p23"/>
            <p:cNvSpPr/>
            <p:nvPr/>
          </p:nvSpPr>
          <p:spPr>
            <a:xfrm>
              <a:off x="4701525" y="948530"/>
              <a:ext cx="834000" cy="5547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22" name="Google Shape;222;p23"/>
          <p:cNvGrpSpPr/>
          <p:nvPr/>
        </p:nvGrpSpPr>
        <p:grpSpPr>
          <a:xfrm>
            <a:off x="2501400" y="2967460"/>
            <a:ext cx="980402" cy="1060286"/>
            <a:chOff x="4628325" y="878395"/>
            <a:chExt cx="980402" cy="1060286"/>
          </a:xfrm>
        </p:grpSpPr>
        <p:sp>
          <p:nvSpPr>
            <p:cNvPr id="223" name="Google Shape;223;p23"/>
            <p:cNvSpPr/>
            <p:nvPr/>
          </p:nvSpPr>
          <p:spPr>
            <a:xfrm>
              <a:off x="4628325" y="878395"/>
              <a:ext cx="980400" cy="10311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24" name="Google Shape;224;p23"/>
            <p:cNvSpPr txBox="1"/>
            <p:nvPr/>
          </p:nvSpPr>
          <p:spPr>
            <a:xfrm>
              <a:off x="4628327" y="1507581"/>
              <a:ext cx="980400" cy="4311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chemeClr val="dk2"/>
                  </a:solidFill>
                  <a:latin typeface="Inter"/>
                  <a:ea typeface="Inter"/>
                  <a:cs typeface="Inter"/>
                  <a:sym typeface="Inter"/>
                </a:rPr>
                <a:t>Red</a:t>
              </a:r>
              <a:r>
                <a:rPr b="1" lang="en" sz="800">
                  <a:solidFill>
                    <a:schemeClr val="dk2"/>
                  </a:solidFill>
                  <a:latin typeface="Inter"/>
                  <a:ea typeface="Inter"/>
                  <a:cs typeface="Inter"/>
                  <a:sym typeface="Inter"/>
                </a:rPr>
                <a:t> 50</a:t>
              </a:r>
              <a:endParaRPr b="1" sz="8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dk2"/>
                  </a:solidFill>
                  <a:latin typeface="Inter"/>
                  <a:ea typeface="Inter"/>
                  <a:cs typeface="Inter"/>
                  <a:sym typeface="Inter"/>
                </a:rPr>
                <a:t>#</a:t>
              </a:r>
              <a:r>
                <a:rPr lang="en" sz="800">
                  <a:solidFill>
                    <a:schemeClr val="dk2"/>
                  </a:solidFill>
                  <a:latin typeface="Inter"/>
                  <a:ea typeface="Inter"/>
                  <a:cs typeface="Inter"/>
                  <a:sym typeface="Inter"/>
                </a:rPr>
                <a:t>F03A47</a:t>
              </a:r>
              <a:endParaRPr sz="8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25" name="Google Shape;225;p23"/>
            <p:cNvSpPr/>
            <p:nvPr/>
          </p:nvSpPr>
          <p:spPr>
            <a:xfrm>
              <a:off x="4701525" y="948530"/>
              <a:ext cx="834000" cy="5547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226" name="Google Shape;226;p23"/>
          <p:cNvSpPr/>
          <p:nvPr/>
        </p:nvSpPr>
        <p:spPr>
          <a:xfrm>
            <a:off x="2968650" y="1431800"/>
            <a:ext cx="980400" cy="1443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7" name="Google Shape;227;p23"/>
          <p:cNvSpPr txBox="1"/>
          <p:nvPr/>
        </p:nvSpPr>
        <p:spPr>
          <a:xfrm>
            <a:off x="2968652" y="2434990"/>
            <a:ext cx="980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New Moon 70</a:t>
            </a:r>
            <a:endParaRPr b="1" sz="8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#555261</a:t>
            </a:r>
            <a:endParaRPr sz="8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8" name="Google Shape;228;p23"/>
          <p:cNvSpPr/>
          <p:nvPr/>
        </p:nvSpPr>
        <p:spPr>
          <a:xfrm>
            <a:off x="3041850" y="1500120"/>
            <a:ext cx="834000" cy="92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9" name="Google Shape;229;p23"/>
          <p:cNvSpPr/>
          <p:nvPr/>
        </p:nvSpPr>
        <p:spPr>
          <a:xfrm>
            <a:off x="1856000" y="1431800"/>
            <a:ext cx="980400" cy="1443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0" name="Google Shape;230;p23"/>
          <p:cNvSpPr txBox="1"/>
          <p:nvPr/>
        </p:nvSpPr>
        <p:spPr>
          <a:xfrm>
            <a:off x="1856002" y="2434990"/>
            <a:ext cx="980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New Moon 80</a:t>
            </a:r>
            <a:endParaRPr b="1" sz="8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#343247</a:t>
            </a:r>
            <a:endParaRPr sz="8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1" name="Google Shape;231;p23"/>
          <p:cNvSpPr/>
          <p:nvPr/>
        </p:nvSpPr>
        <p:spPr>
          <a:xfrm>
            <a:off x="1929200" y="1500120"/>
            <a:ext cx="834000" cy="927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2" name="Google Shape;232;p23"/>
          <p:cNvSpPr/>
          <p:nvPr/>
        </p:nvSpPr>
        <p:spPr>
          <a:xfrm>
            <a:off x="4081300" y="1431800"/>
            <a:ext cx="980400" cy="1443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3" name="Google Shape;233;p23"/>
          <p:cNvSpPr txBox="1"/>
          <p:nvPr/>
        </p:nvSpPr>
        <p:spPr>
          <a:xfrm>
            <a:off x="4081302" y="2434990"/>
            <a:ext cx="980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Purple 60</a:t>
            </a:r>
            <a:endParaRPr b="1" sz="8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#872DED</a:t>
            </a:r>
            <a:endParaRPr sz="8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4" name="Google Shape;234;p23"/>
          <p:cNvSpPr/>
          <p:nvPr/>
        </p:nvSpPr>
        <p:spPr>
          <a:xfrm>
            <a:off x="4154500" y="1500120"/>
            <a:ext cx="834000" cy="92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5" name="Google Shape;235;p23"/>
          <p:cNvSpPr/>
          <p:nvPr/>
        </p:nvSpPr>
        <p:spPr>
          <a:xfrm>
            <a:off x="6307588" y="1431800"/>
            <a:ext cx="980400" cy="1443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6" name="Google Shape;236;p23"/>
          <p:cNvSpPr txBox="1"/>
          <p:nvPr/>
        </p:nvSpPr>
        <p:spPr>
          <a:xfrm>
            <a:off x="6307589" y="2434990"/>
            <a:ext cx="980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New Moon 10</a:t>
            </a:r>
            <a:endParaRPr b="1" sz="8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#F0ECE5</a:t>
            </a:r>
            <a:endParaRPr sz="8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7" name="Google Shape;237;p23"/>
          <p:cNvSpPr/>
          <p:nvPr/>
        </p:nvSpPr>
        <p:spPr>
          <a:xfrm>
            <a:off x="6380788" y="1500120"/>
            <a:ext cx="834000" cy="927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8" name="Google Shape;238;p23"/>
          <p:cNvSpPr/>
          <p:nvPr/>
        </p:nvSpPr>
        <p:spPr>
          <a:xfrm>
            <a:off x="5193950" y="1431800"/>
            <a:ext cx="980400" cy="1443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9" name="Google Shape;239;p23"/>
          <p:cNvSpPr txBox="1"/>
          <p:nvPr/>
        </p:nvSpPr>
        <p:spPr>
          <a:xfrm>
            <a:off x="5193952" y="2434990"/>
            <a:ext cx="980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Gold 40</a:t>
            </a:r>
            <a:endParaRPr b="1" sz="8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#FFB32D</a:t>
            </a:r>
            <a:endParaRPr sz="8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0" name="Google Shape;240;p23"/>
          <p:cNvSpPr/>
          <p:nvPr/>
        </p:nvSpPr>
        <p:spPr>
          <a:xfrm>
            <a:off x="5267150" y="1500120"/>
            <a:ext cx="834000" cy="927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4"/>
          <p:cNvSpPr txBox="1"/>
          <p:nvPr/>
        </p:nvSpPr>
        <p:spPr>
          <a:xfrm>
            <a:off x="281122" y="1050600"/>
            <a:ext cx="3201900" cy="40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Background is </a:t>
            </a:r>
            <a:r>
              <a:rPr b="1" lang="en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New Moon 95, </a:t>
            </a:r>
            <a:r>
              <a:rPr b="1" lang="en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90, 80, 70</a:t>
            </a:r>
            <a:r>
              <a:rPr lang="en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br>
              <a:rPr lang="en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lt1"/>
                </a:solidFill>
                <a:latin typeface="League Gothic"/>
                <a:ea typeface="League Gothic"/>
                <a:cs typeface="League Gothic"/>
                <a:sym typeface="League Gothic"/>
              </a:rPr>
              <a:t>Headers are</a:t>
            </a:r>
            <a:r>
              <a:rPr lang="en" sz="4200">
                <a:solidFill>
                  <a:schemeClr val="lt1"/>
                </a:solidFill>
                <a:latin typeface="League Gothic"/>
                <a:ea typeface="League Gothic"/>
                <a:cs typeface="League Gothic"/>
                <a:sym typeface="League Gothic"/>
              </a:rPr>
              <a:t> White.</a:t>
            </a:r>
            <a:endParaRPr sz="2900">
              <a:solidFill>
                <a:schemeClr val="lt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Body copy is New Moon 10.</a:t>
            </a:r>
            <a:endParaRPr>
              <a:solidFill>
                <a:schemeClr val="lt2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 sz="25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</a:br>
            <a:endParaRPr sz="2500">
              <a:solidFill>
                <a:schemeClr val="lt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Links</a:t>
            </a:r>
            <a:r>
              <a:rPr b="1"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and</a:t>
            </a:r>
            <a:r>
              <a:rPr b="1"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br>
              <a:rPr b="1"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br>
              <a:rPr b="1"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are</a:t>
            </a:r>
            <a:r>
              <a:rPr b="1"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Gold 40.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6" name="Google Shape;246;p24"/>
          <p:cNvSpPr/>
          <p:nvPr/>
        </p:nvSpPr>
        <p:spPr>
          <a:xfrm>
            <a:off x="4556325" y="0"/>
            <a:ext cx="45876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7" name="Google Shape;247;p24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Darkmode    </a:t>
            </a:r>
            <a:r>
              <a:rPr lang="en">
                <a:solidFill>
                  <a:schemeClr val="dk1"/>
                </a:solidFill>
              </a:rPr>
              <a:t> Lightmode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48" name="Google Shape;248;p24"/>
          <p:cNvSpPr/>
          <p:nvPr/>
        </p:nvSpPr>
        <p:spPr>
          <a:xfrm>
            <a:off x="1309773" y="3266050"/>
            <a:ext cx="1293000" cy="572700"/>
          </a:xfrm>
          <a:prstGeom prst="roundRect">
            <a:avLst>
              <a:gd fmla="val 5858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Buttons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9" name="Google Shape;249;p24"/>
          <p:cNvSpPr txBox="1"/>
          <p:nvPr/>
        </p:nvSpPr>
        <p:spPr>
          <a:xfrm>
            <a:off x="4907879" y="1050600"/>
            <a:ext cx="4041600" cy="40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Background is </a:t>
            </a:r>
            <a:r>
              <a:rPr b="1" lang="en"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White, New Moon 5, 10, 20</a:t>
            </a:r>
            <a:r>
              <a:rPr lang="en"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br>
              <a:rPr lang="en"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dk1"/>
                </a:solidFill>
                <a:latin typeface="League Gothic"/>
                <a:ea typeface="League Gothic"/>
                <a:cs typeface="League Gothic"/>
                <a:sym typeface="League Gothic"/>
              </a:rPr>
              <a:t>Headers are New Moon 80.</a:t>
            </a:r>
            <a:endParaRPr sz="2900">
              <a:solidFill>
                <a:schemeClr val="dk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Body copy is New Moon 70.</a:t>
            </a:r>
            <a:endParaRPr>
              <a:solidFill>
                <a:schemeClr val="dk2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 sz="25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rPr>
            </a:br>
            <a:endParaRPr sz="2500">
              <a:solidFill>
                <a:schemeClr val="dk2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Links</a:t>
            </a:r>
            <a:r>
              <a:rPr b="1"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and</a:t>
            </a:r>
            <a:r>
              <a:rPr b="1"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br>
              <a:rPr b="1"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br>
              <a:rPr b="1"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are</a:t>
            </a:r>
            <a:r>
              <a:rPr b="1"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Purple 60.</a:t>
            </a:r>
            <a:endParaRPr b="1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0" name="Google Shape;250;p24"/>
          <p:cNvSpPr/>
          <p:nvPr/>
        </p:nvSpPr>
        <p:spPr>
          <a:xfrm>
            <a:off x="5936527" y="3266050"/>
            <a:ext cx="1293000" cy="572700"/>
          </a:xfrm>
          <a:prstGeom prst="roundRect">
            <a:avLst>
              <a:gd fmla="val 5858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Buttons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5"/>
          <p:cNvSpPr/>
          <p:nvPr/>
        </p:nvSpPr>
        <p:spPr>
          <a:xfrm>
            <a:off x="5157375" y="0"/>
            <a:ext cx="4215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6" name="Google Shape;256;p25"/>
          <p:cNvSpPr txBox="1"/>
          <p:nvPr>
            <p:ph type="title"/>
          </p:nvPr>
        </p:nvSpPr>
        <p:spPr>
          <a:xfrm>
            <a:off x="159300" y="2164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Expanded Palette: Neutrals</a:t>
            </a:r>
            <a:endParaRPr/>
          </a:p>
        </p:txBody>
      </p:sp>
      <p:grpSp>
        <p:nvGrpSpPr>
          <p:cNvPr id="257" name="Google Shape;257;p25"/>
          <p:cNvGrpSpPr/>
          <p:nvPr/>
        </p:nvGrpSpPr>
        <p:grpSpPr>
          <a:xfrm>
            <a:off x="5771370" y="1180395"/>
            <a:ext cx="980401" cy="1060286"/>
            <a:chOff x="5672650" y="878395"/>
            <a:chExt cx="980401" cy="1060286"/>
          </a:xfrm>
        </p:grpSpPr>
        <p:sp>
          <p:nvSpPr>
            <p:cNvPr id="258" name="Google Shape;258;p25"/>
            <p:cNvSpPr/>
            <p:nvPr/>
          </p:nvSpPr>
          <p:spPr>
            <a:xfrm>
              <a:off x="5672650" y="878395"/>
              <a:ext cx="980400" cy="10311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59" name="Google Shape;259;p25"/>
            <p:cNvSpPr txBox="1"/>
            <p:nvPr/>
          </p:nvSpPr>
          <p:spPr>
            <a:xfrm>
              <a:off x="5672651" y="1507581"/>
              <a:ext cx="9804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chemeClr val="dk2"/>
                  </a:solidFill>
                  <a:latin typeface="Inter"/>
                  <a:ea typeface="Inter"/>
                  <a:cs typeface="Inter"/>
                  <a:sym typeface="Inter"/>
                </a:rPr>
                <a:t>New Moon</a:t>
              </a:r>
              <a:r>
                <a:rPr b="1" lang="en" sz="800">
                  <a:solidFill>
                    <a:schemeClr val="dk2"/>
                  </a:solidFill>
                  <a:latin typeface="Inter"/>
                  <a:ea typeface="Inter"/>
                  <a:cs typeface="Inter"/>
                  <a:sym typeface="Inter"/>
                </a:rPr>
                <a:t> 70</a:t>
              </a:r>
              <a:endParaRPr b="1" sz="8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dk2"/>
                  </a:solidFill>
                  <a:latin typeface="Inter"/>
                  <a:ea typeface="Inter"/>
                  <a:cs typeface="Inter"/>
                  <a:sym typeface="Inter"/>
                </a:rPr>
                <a:t>#</a:t>
              </a:r>
              <a:r>
                <a:rPr lang="en" sz="800">
                  <a:solidFill>
                    <a:schemeClr val="dk2"/>
                  </a:solidFill>
                  <a:latin typeface="Inter"/>
                  <a:ea typeface="Inter"/>
                  <a:cs typeface="Inter"/>
                  <a:sym typeface="Inter"/>
                </a:rPr>
                <a:t>555261</a:t>
              </a:r>
              <a:endParaRPr sz="8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60" name="Google Shape;260;p25"/>
            <p:cNvSpPr/>
            <p:nvPr/>
          </p:nvSpPr>
          <p:spPr>
            <a:xfrm>
              <a:off x="5745849" y="948530"/>
              <a:ext cx="834000" cy="5547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61" name="Google Shape;261;p25"/>
          <p:cNvGrpSpPr/>
          <p:nvPr/>
        </p:nvGrpSpPr>
        <p:grpSpPr>
          <a:xfrm>
            <a:off x="6825675" y="1180395"/>
            <a:ext cx="980401" cy="1060286"/>
            <a:chOff x="6716975" y="878395"/>
            <a:chExt cx="980401" cy="1060286"/>
          </a:xfrm>
        </p:grpSpPr>
        <p:sp>
          <p:nvSpPr>
            <p:cNvPr id="262" name="Google Shape;262;p25"/>
            <p:cNvSpPr/>
            <p:nvPr/>
          </p:nvSpPr>
          <p:spPr>
            <a:xfrm>
              <a:off x="6716975" y="878395"/>
              <a:ext cx="980400" cy="10311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63" name="Google Shape;263;p25"/>
            <p:cNvSpPr txBox="1"/>
            <p:nvPr/>
          </p:nvSpPr>
          <p:spPr>
            <a:xfrm>
              <a:off x="6716976" y="1507581"/>
              <a:ext cx="9804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chemeClr val="dk2"/>
                  </a:solidFill>
                  <a:latin typeface="Inter"/>
                  <a:ea typeface="Inter"/>
                  <a:cs typeface="Inter"/>
                  <a:sym typeface="Inter"/>
                </a:rPr>
                <a:t>New Moon </a:t>
              </a:r>
              <a:r>
                <a:rPr b="1" lang="en" sz="800">
                  <a:solidFill>
                    <a:schemeClr val="dk2"/>
                  </a:solidFill>
                  <a:latin typeface="Inter"/>
                  <a:ea typeface="Inter"/>
                  <a:cs typeface="Inter"/>
                  <a:sym typeface="Inter"/>
                </a:rPr>
                <a:t>80</a:t>
              </a:r>
              <a:endParaRPr b="1" sz="8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dk2"/>
                  </a:solidFill>
                  <a:latin typeface="Inter"/>
                  <a:ea typeface="Inter"/>
                  <a:cs typeface="Inter"/>
                  <a:sym typeface="Inter"/>
                </a:rPr>
                <a:t>#</a:t>
              </a:r>
              <a:r>
                <a:rPr lang="en" sz="800">
                  <a:solidFill>
                    <a:schemeClr val="dk2"/>
                  </a:solidFill>
                  <a:latin typeface="Inter"/>
                  <a:ea typeface="Inter"/>
                  <a:cs typeface="Inter"/>
                  <a:sym typeface="Inter"/>
                </a:rPr>
                <a:t>343247</a:t>
              </a:r>
              <a:endParaRPr sz="8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64" name="Google Shape;264;p25"/>
            <p:cNvSpPr/>
            <p:nvPr/>
          </p:nvSpPr>
          <p:spPr>
            <a:xfrm>
              <a:off x="6790174" y="948530"/>
              <a:ext cx="834000" cy="55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65" name="Google Shape;265;p25"/>
          <p:cNvGrpSpPr/>
          <p:nvPr/>
        </p:nvGrpSpPr>
        <p:grpSpPr>
          <a:xfrm>
            <a:off x="1873425" y="1171635"/>
            <a:ext cx="980402" cy="1060286"/>
            <a:chOff x="4628325" y="878395"/>
            <a:chExt cx="980402" cy="1060286"/>
          </a:xfrm>
        </p:grpSpPr>
        <p:sp>
          <p:nvSpPr>
            <p:cNvPr id="266" name="Google Shape;266;p25"/>
            <p:cNvSpPr/>
            <p:nvPr/>
          </p:nvSpPr>
          <p:spPr>
            <a:xfrm>
              <a:off x="4628325" y="878395"/>
              <a:ext cx="980400" cy="10311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67" name="Google Shape;267;p25"/>
            <p:cNvSpPr txBox="1"/>
            <p:nvPr/>
          </p:nvSpPr>
          <p:spPr>
            <a:xfrm>
              <a:off x="4628327" y="1507581"/>
              <a:ext cx="980400" cy="4311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New Moon 10</a:t>
              </a:r>
              <a:endParaRPr b="1" sz="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#</a:t>
              </a:r>
              <a:r>
                <a:rPr lang="en" sz="8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F0ECE5</a:t>
              </a:r>
              <a:endParaRPr sz="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68" name="Google Shape;268;p25"/>
            <p:cNvSpPr/>
            <p:nvPr/>
          </p:nvSpPr>
          <p:spPr>
            <a:xfrm>
              <a:off x="4701525" y="948530"/>
              <a:ext cx="834000" cy="554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cxnSp>
        <p:nvCxnSpPr>
          <p:cNvPr id="269" name="Google Shape;269;p25"/>
          <p:cNvCxnSpPr>
            <a:endCxn id="267" idx="2"/>
          </p:cNvCxnSpPr>
          <p:nvPr/>
        </p:nvCxnSpPr>
        <p:spPr>
          <a:xfrm rot="10800000">
            <a:off x="2363627" y="2231921"/>
            <a:ext cx="0" cy="3069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0" name="Google Shape;270;p25"/>
          <p:cNvCxnSpPr/>
          <p:nvPr/>
        </p:nvCxnSpPr>
        <p:spPr>
          <a:xfrm rot="10800000">
            <a:off x="6337770" y="2195825"/>
            <a:ext cx="0" cy="341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1" name="Google Shape;271;p25"/>
          <p:cNvCxnSpPr/>
          <p:nvPr/>
        </p:nvCxnSpPr>
        <p:spPr>
          <a:xfrm rot="10800000">
            <a:off x="6897270" y="2195825"/>
            <a:ext cx="0" cy="341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2" name="Google Shape;272;p25"/>
          <p:cNvSpPr txBox="1"/>
          <p:nvPr/>
        </p:nvSpPr>
        <p:spPr>
          <a:xfrm>
            <a:off x="1009400" y="3536575"/>
            <a:ext cx="3480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New Moon</a:t>
            </a:r>
            <a:r>
              <a:rPr b="1"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is our neutral palette, and as such has many shades to accommodate a wide range of uses.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3" name="Google Shape;273;p25"/>
          <p:cNvSpPr txBox="1"/>
          <p:nvPr/>
        </p:nvSpPr>
        <p:spPr>
          <a:xfrm>
            <a:off x="5525025" y="3536575"/>
            <a:ext cx="3480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All shades 0-50 are AA compliant for use on dark backgrounds.</a:t>
            </a:r>
            <a:endParaRPr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All shades 60+ are AA compliant for use on light or white backgrounds.</a:t>
            </a:r>
            <a:endParaRPr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74" name="Google Shape;274;p25" title="colors slides.png"/>
          <p:cNvPicPr preferRelativeResize="0"/>
          <p:nvPr/>
        </p:nvPicPr>
        <p:blipFill rotWithShape="1">
          <a:blip r:embed="rId3">
            <a:alphaModFix/>
          </a:blip>
          <a:srcRect b="86671" l="0" r="0" t="0"/>
          <a:stretch/>
        </p:blipFill>
        <p:spPr>
          <a:xfrm flipH="1">
            <a:off x="1429100" y="2519563"/>
            <a:ext cx="7421250" cy="572699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5"/>
          <p:cNvSpPr txBox="1"/>
          <p:nvPr/>
        </p:nvSpPr>
        <p:spPr>
          <a:xfrm flipH="1">
            <a:off x="4266701" y="2654590"/>
            <a:ext cx="458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1D1D2C"/>
                </a:solidFill>
                <a:latin typeface="Inter"/>
                <a:ea typeface="Inter"/>
                <a:cs typeface="Inter"/>
                <a:sym typeface="Inter"/>
              </a:rPr>
              <a:t>50</a:t>
            </a:r>
            <a:endParaRPr b="1" sz="700">
              <a:solidFill>
                <a:srgbClr val="1D1D2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6" name="Google Shape;276;p25"/>
          <p:cNvSpPr txBox="1"/>
          <p:nvPr/>
        </p:nvSpPr>
        <p:spPr>
          <a:xfrm>
            <a:off x="5577855" y="2654578"/>
            <a:ext cx="419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60</a:t>
            </a:r>
            <a:endParaRPr b="1" sz="7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7" name="Google Shape;277;p25"/>
          <p:cNvSpPr txBox="1"/>
          <p:nvPr/>
        </p:nvSpPr>
        <p:spPr>
          <a:xfrm>
            <a:off x="6132643" y="2613462"/>
            <a:ext cx="419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70</a:t>
            </a:r>
            <a:endParaRPr b="1" sz="13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8" name="Google Shape;278;p25"/>
          <p:cNvSpPr txBox="1"/>
          <p:nvPr/>
        </p:nvSpPr>
        <p:spPr>
          <a:xfrm>
            <a:off x="6687432" y="2613462"/>
            <a:ext cx="419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80</a:t>
            </a:r>
            <a:endParaRPr b="1" sz="13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9" name="Google Shape;279;p25"/>
          <p:cNvSpPr txBox="1"/>
          <p:nvPr/>
        </p:nvSpPr>
        <p:spPr>
          <a:xfrm>
            <a:off x="1492100" y="2654590"/>
            <a:ext cx="419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1D1D2C"/>
                </a:solidFill>
                <a:latin typeface="Inter"/>
                <a:ea typeface="Inter"/>
                <a:cs typeface="Inter"/>
                <a:sym typeface="Inter"/>
              </a:rPr>
              <a:t>05</a:t>
            </a:r>
            <a:endParaRPr b="1" sz="700">
              <a:solidFill>
                <a:srgbClr val="1D1D2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0" name="Google Shape;280;p25"/>
          <p:cNvSpPr txBox="1"/>
          <p:nvPr/>
        </p:nvSpPr>
        <p:spPr>
          <a:xfrm>
            <a:off x="2047020" y="2613475"/>
            <a:ext cx="419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1D1D2C"/>
                </a:solidFill>
                <a:latin typeface="Inter"/>
                <a:ea typeface="Inter"/>
                <a:cs typeface="Inter"/>
                <a:sym typeface="Inter"/>
              </a:rPr>
              <a:t>10</a:t>
            </a:r>
            <a:endParaRPr b="1" sz="1300">
              <a:solidFill>
                <a:srgbClr val="1D1D2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1" name="Google Shape;281;p25"/>
          <p:cNvSpPr txBox="1"/>
          <p:nvPr/>
        </p:nvSpPr>
        <p:spPr>
          <a:xfrm>
            <a:off x="2601940" y="2654590"/>
            <a:ext cx="419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1D1D2C"/>
                </a:solidFill>
                <a:latin typeface="Inter"/>
                <a:ea typeface="Inter"/>
                <a:cs typeface="Inter"/>
                <a:sym typeface="Inter"/>
              </a:rPr>
              <a:t>20</a:t>
            </a:r>
            <a:endParaRPr b="1" sz="700">
              <a:solidFill>
                <a:srgbClr val="1D1D2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2" name="Google Shape;282;p25"/>
          <p:cNvSpPr txBox="1"/>
          <p:nvPr/>
        </p:nvSpPr>
        <p:spPr>
          <a:xfrm>
            <a:off x="3156860" y="2654590"/>
            <a:ext cx="419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1D1D2C"/>
                </a:solidFill>
                <a:latin typeface="Inter"/>
                <a:ea typeface="Inter"/>
                <a:cs typeface="Inter"/>
                <a:sym typeface="Inter"/>
              </a:rPr>
              <a:t>30</a:t>
            </a:r>
            <a:endParaRPr b="1" sz="700">
              <a:solidFill>
                <a:srgbClr val="1D1D2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3" name="Google Shape;283;p25"/>
          <p:cNvSpPr txBox="1"/>
          <p:nvPr/>
        </p:nvSpPr>
        <p:spPr>
          <a:xfrm>
            <a:off x="3711781" y="2654590"/>
            <a:ext cx="419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1D1D2C"/>
                </a:solidFill>
                <a:latin typeface="Inter"/>
                <a:ea typeface="Inter"/>
                <a:cs typeface="Inter"/>
                <a:sym typeface="Inter"/>
              </a:rPr>
              <a:t>40</a:t>
            </a:r>
            <a:endParaRPr b="1" sz="700">
              <a:solidFill>
                <a:srgbClr val="1D1D2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4" name="Google Shape;284;p25"/>
          <p:cNvSpPr txBox="1"/>
          <p:nvPr/>
        </p:nvSpPr>
        <p:spPr>
          <a:xfrm>
            <a:off x="7242220" y="2613462"/>
            <a:ext cx="419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90</a:t>
            </a:r>
            <a:endParaRPr b="1" sz="13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5" name="Google Shape;285;p25"/>
          <p:cNvSpPr txBox="1"/>
          <p:nvPr/>
        </p:nvSpPr>
        <p:spPr>
          <a:xfrm>
            <a:off x="7845245" y="2654578"/>
            <a:ext cx="419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95</a:t>
            </a:r>
            <a:endParaRPr b="1" sz="7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6" name="Google Shape;286;p25"/>
          <p:cNvSpPr txBox="1"/>
          <p:nvPr/>
        </p:nvSpPr>
        <p:spPr>
          <a:xfrm>
            <a:off x="8351795" y="2654578"/>
            <a:ext cx="419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99</a:t>
            </a:r>
            <a:endParaRPr b="1" sz="7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6"/>
          <p:cNvSpPr/>
          <p:nvPr/>
        </p:nvSpPr>
        <p:spPr>
          <a:xfrm>
            <a:off x="5157375" y="0"/>
            <a:ext cx="4215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92" name="Google Shape;292;p26" title="colors slid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531588" y="469550"/>
            <a:ext cx="7421274" cy="4296525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6"/>
          <p:cNvSpPr txBox="1"/>
          <p:nvPr>
            <p:ph idx="4294967295" type="title"/>
          </p:nvPr>
        </p:nvSpPr>
        <p:spPr>
          <a:xfrm>
            <a:off x="159300" y="2187925"/>
            <a:ext cx="14391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E</a:t>
            </a:r>
            <a:r>
              <a:rPr lang="en">
                <a:solidFill>
                  <a:schemeClr val="lt1"/>
                </a:solidFill>
              </a:rPr>
              <a:t>x</a:t>
            </a:r>
            <a:r>
              <a:rPr lang="en">
                <a:solidFill>
                  <a:schemeClr val="lt1"/>
                </a:solidFill>
              </a:rPr>
              <a:t>panded </a:t>
            </a:r>
            <a:br>
              <a:rPr lang="en">
                <a:solidFill>
                  <a:schemeClr val="lt1"/>
                </a:solidFill>
              </a:rPr>
            </a:br>
            <a:r>
              <a:rPr lang="en">
                <a:solidFill>
                  <a:schemeClr val="lt1"/>
                </a:solidFill>
              </a:rPr>
              <a:t>Palette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94" name="Google Shape;294;p26"/>
          <p:cNvSpPr txBox="1"/>
          <p:nvPr/>
        </p:nvSpPr>
        <p:spPr>
          <a:xfrm flipH="1">
            <a:off x="4377163" y="4290465"/>
            <a:ext cx="458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1D1D2C"/>
                </a:solidFill>
                <a:latin typeface="Inter"/>
                <a:ea typeface="Inter"/>
                <a:cs typeface="Inter"/>
                <a:sym typeface="Inter"/>
              </a:rPr>
              <a:t>50</a:t>
            </a:r>
            <a:endParaRPr b="1" sz="1300">
              <a:solidFill>
                <a:srgbClr val="1D1D2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5" name="Google Shape;295;p26"/>
          <p:cNvSpPr txBox="1"/>
          <p:nvPr/>
        </p:nvSpPr>
        <p:spPr>
          <a:xfrm>
            <a:off x="5688318" y="4338420"/>
            <a:ext cx="419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60</a:t>
            </a:r>
            <a:endParaRPr b="1" sz="7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6" name="Google Shape;296;p26"/>
          <p:cNvSpPr txBox="1"/>
          <p:nvPr/>
        </p:nvSpPr>
        <p:spPr>
          <a:xfrm>
            <a:off x="6243106" y="4338420"/>
            <a:ext cx="419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70</a:t>
            </a:r>
            <a:endParaRPr b="1" sz="7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7" name="Google Shape;297;p26"/>
          <p:cNvSpPr txBox="1"/>
          <p:nvPr/>
        </p:nvSpPr>
        <p:spPr>
          <a:xfrm>
            <a:off x="6797894" y="4338420"/>
            <a:ext cx="419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80</a:t>
            </a:r>
            <a:endParaRPr b="1" sz="7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8" name="Google Shape;298;p26"/>
          <p:cNvSpPr txBox="1"/>
          <p:nvPr/>
        </p:nvSpPr>
        <p:spPr>
          <a:xfrm>
            <a:off x="1602563" y="4338432"/>
            <a:ext cx="419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1D1D2C"/>
                </a:solidFill>
                <a:latin typeface="Inter"/>
                <a:ea typeface="Inter"/>
                <a:cs typeface="Inter"/>
                <a:sym typeface="Inter"/>
              </a:rPr>
              <a:t>05</a:t>
            </a:r>
            <a:endParaRPr b="1" sz="700">
              <a:solidFill>
                <a:srgbClr val="1D1D2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9" name="Google Shape;299;p26"/>
          <p:cNvSpPr txBox="1"/>
          <p:nvPr/>
        </p:nvSpPr>
        <p:spPr>
          <a:xfrm>
            <a:off x="2157483" y="4338432"/>
            <a:ext cx="419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1D1D2C"/>
                </a:solidFill>
                <a:latin typeface="Inter"/>
                <a:ea typeface="Inter"/>
                <a:cs typeface="Inter"/>
                <a:sym typeface="Inter"/>
              </a:rPr>
              <a:t>10</a:t>
            </a:r>
            <a:endParaRPr b="1" sz="700">
              <a:solidFill>
                <a:srgbClr val="1D1D2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0" name="Google Shape;300;p26"/>
          <p:cNvSpPr txBox="1"/>
          <p:nvPr/>
        </p:nvSpPr>
        <p:spPr>
          <a:xfrm>
            <a:off x="2712403" y="4338432"/>
            <a:ext cx="419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1D1D2C"/>
                </a:solidFill>
                <a:latin typeface="Inter"/>
                <a:ea typeface="Inter"/>
                <a:cs typeface="Inter"/>
                <a:sym typeface="Inter"/>
              </a:rPr>
              <a:t>20</a:t>
            </a:r>
            <a:endParaRPr b="1" sz="700">
              <a:solidFill>
                <a:srgbClr val="1D1D2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1" name="Google Shape;301;p26"/>
          <p:cNvSpPr txBox="1"/>
          <p:nvPr/>
        </p:nvSpPr>
        <p:spPr>
          <a:xfrm>
            <a:off x="3267323" y="4338432"/>
            <a:ext cx="419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1D1D2C"/>
                </a:solidFill>
                <a:latin typeface="Inter"/>
                <a:ea typeface="Inter"/>
                <a:cs typeface="Inter"/>
                <a:sym typeface="Inter"/>
              </a:rPr>
              <a:t>30</a:t>
            </a:r>
            <a:endParaRPr b="1" sz="700">
              <a:solidFill>
                <a:srgbClr val="1D1D2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2" name="Google Shape;302;p26"/>
          <p:cNvSpPr txBox="1"/>
          <p:nvPr/>
        </p:nvSpPr>
        <p:spPr>
          <a:xfrm>
            <a:off x="3822243" y="4338432"/>
            <a:ext cx="419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1D1D2C"/>
                </a:solidFill>
                <a:latin typeface="Inter"/>
                <a:ea typeface="Inter"/>
                <a:cs typeface="Inter"/>
                <a:sym typeface="Inter"/>
              </a:rPr>
              <a:t>40</a:t>
            </a:r>
            <a:endParaRPr b="1" sz="700">
              <a:solidFill>
                <a:srgbClr val="1D1D2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3" name="Google Shape;303;p26"/>
          <p:cNvSpPr txBox="1"/>
          <p:nvPr/>
        </p:nvSpPr>
        <p:spPr>
          <a:xfrm>
            <a:off x="7352683" y="4338420"/>
            <a:ext cx="419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9</a:t>
            </a:r>
            <a:r>
              <a:rPr b="1" lang="en"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0</a:t>
            </a:r>
            <a:endParaRPr b="1" sz="7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4" name="Google Shape;304;p26"/>
          <p:cNvSpPr txBox="1"/>
          <p:nvPr/>
        </p:nvSpPr>
        <p:spPr>
          <a:xfrm flipH="1">
            <a:off x="4377163" y="3680590"/>
            <a:ext cx="458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1D1D2C"/>
                </a:solidFill>
                <a:latin typeface="Inter"/>
                <a:ea typeface="Inter"/>
                <a:cs typeface="Inter"/>
                <a:sym typeface="Inter"/>
              </a:rPr>
              <a:t>50</a:t>
            </a:r>
            <a:endParaRPr b="1" sz="1300">
              <a:solidFill>
                <a:srgbClr val="1D1D2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5" name="Google Shape;305;p26"/>
          <p:cNvSpPr txBox="1"/>
          <p:nvPr/>
        </p:nvSpPr>
        <p:spPr>
          <a:xfrm>
            <a:off x="5688318" y="3728545"/>
            <a:ext cx="419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60</a:t>
            </a:r>
            <a:endParaRPr b="1" sz="7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6" name="Google Shape;306;p26"/>
          <p:cNvSpPr txBox="1"/>
          <p:nvPr/>
        </p:nvSpPr>
        <p:spPr>
          <a:xfrm>
            <a:off x="6243106" y="3728545"/>
            <a:ext cx="419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70</a:t>
            </a:r>
            <a:endParaRPr b="1" sz="7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7" name="Google Shape;307;p26"/>
          <p:cNvSpPr txBox="1"/>
          <p:nvPr/>
        </p:nvSpPr>
        <p:spPr>
          <a:xfrm>
            <a:off x="6797894" y="3728545"/>
            <a:ext cx="419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80</a:t>
            </a:r>
            <a:endParaRPr b="1" sz="7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8" name="Google Shape;308;p26"/>
          <p:cNvSpPr txBox="1"/>
          <p:nvPr/>
        </p:nvSpPr>
        <p:spPr>
          <a:xfrm>
            <a:off x="1602563" y="3728557"/>
            <a:ext cx="419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1D1D2C"/>
                </a:solidFill>
                <a:latin typeface="Inter"/>
                <a:ea typeface="Inter"/>
                <a:cs typeface="Inter"/>
                <a:sym typeface="Inter"/>
              </a:rPr>
              <a:t>05</a:t>
            </a:r>
            <a:endParaRPr b="1" sz="700">
              <a:solidFill>
                <a:srgbClr val="1D1D2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9" name="Google Shape;309;p26"/>
          <p:cNvSpPr txBox="1"/>
          <p:nvPr/>
        </p:nvSpPr>
        <p:spPr>
          <a:xfrm>
            <a:off x="2157483" y="3728557"/>
            <a:ext cx="419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1D1D2C"/>
                </a:solidFill>
                <a:latin typeface="Inter"/>
                <a:ea typeface="Inter"/>
                <a:cs typeface="Inter"/>
                <a:sym typeface="Inter"/>
              </a:rPr>
              <a:t>10</a:t>
            </a:r>
            <a:endParaRPr b="1" sz="700">
              <a:solidFill>
                <a:srgbClr val="1D1D2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0" name="Google Shape;310;p26"/>
          <p:cNvSpPr txBox="1"/>
          <p:nvPr/>
        </p:nvSpPr>
        <p:spPr>
          <a:xfrm>
            <a:off x="2712403" y="3728557"/>
            <a:ext cx="419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1D1D2C"/>
                </a:solidFill>
                <a:latin typeface="Inter"/>
                <a:ea typeface="Inter"/>
                <a:cs typeface="Inter"/>
                <a:sym typeface="Inter"/>
              </a:rPr>
              <a:t>20</a:t>
            </a:r>
            <a:endParaRPr b="1" sz="700">
              <a:solidFill>
                <a:srgbClr val="1D1D2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1" name="Google Shape;311;p26"/>
          <p:cNvSpPr txBox="1"/>
          <p:nvPr/>
        </p:nvSpPr>
        <p:spPr>
          <a:xfrm>
            <a:off x="3267323" y="3728557"/>
            <a:ext cx="419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1D1D2C"/>
                </a:solidFill>
                <a:latin typeface="Inter"/>
                <a:ea typeface="Inter"/>
                <a:cs typeface="Inter"/>
                <a:sym typeface="Inter"/>
              </a:rPr>
              <a:t>30</a:t>
            </a:r>
            <a:endParaRPr b="1" sz="700">
              <a:solidFill>
                <a:srgbClr val="1D1D2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2" name="Google Shape;312;p26"/>
          <p:cNvSpPr txBox="1"/>
          <p:nvPr/>
        </p:nvSpPr>
        <p:spPr>
          <a:xfrm>
            <a:off x="3822243" y="3728557"/>
            <a:ext cx="419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1D1D2C"/>
                </a:solidFill>
                <a:latin typeface="Inter"/>
                <a:ea typeface="Inter"/>
                <a:cs typeface="Inter"/>
                <a:sym typeface="Inter"/>
              </a:rPr>
              <a:t>40</a:t>
            </a:r>
            <a:endParaRPr b="1" sz="700">
              <a:solidFill>
                <a:srgbClr val="1D1D2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3" name="Google Shape;313;p26"/>
          <p:cNvSpPr txBox="1"/>
          <p:nvPr/>
        </p:nvSpPr>
        <p:spPr>
          <a:xfrm>
            <a:off x="7352683" y="3728545"/>
            <a:ext cx="419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90</a:t>
            </a:r>
            <a:endParaRPr b="1" sz="7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4" name="Google Shape;314;p26"/>
          <p:cNvSpPr txBox="1"/>
          <p:nvPr/>
        </p:nvSpPr>
        <p:spPr>
          <a:xfrm flipH="1">
            <a:off x="4377163" y="3070715"/>
            <a:ext cx="458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1D1D2C"/>
                </a:solidFill>
                <a:latin typeface="Inter"/>
                <a:ea typeface="Inter"/>
                <a:cs typeface="Inter"/>
                <a:sym typeface="Inter"/>
              </a:rPr>
              <a:t>50</a:t>
            </a:r>
            <a:endParaRPr b="1" sz="1300">
              <a:solidFill>
                <a:srgbClr val="1D1D2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5" name="Google Shape;315;p26"/>
          <p:cNvSpPr txBox="1"/>
          <p:nvPr/>
        </p:nvSpPr>
        <p:spPr>
          <a:xfrm>
            <a:off x="5688318" y="3118670"/>
            <a:ext cx="419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60</a:t>
            </a:r>
            <a:endParaRPr b="1" sz="7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6" name="Google Shape;316;p26"/>
          <p:cNvSpPr txBox="1"/>
          <p:nvPr/>
        </p:nvSpPr>
        <p:spPr>
          <a:xfrm>
            <a:off x="6243106" y="3118670"/>
            <a:ext cx="419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70</a:t>
            </a:r>
            <a:endParaRPr b="1" sz="7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7" name="Google Shape;317;p26"/>
          <p:cNvSpPr txBox="1"/>
          <p:nvPr/>
        </p:nvSpPr>
        <p:spPr>
          <a:xfrm>
            <a:off x="6797894" y="3118670"/>
            <a:ext cx="419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80</a:t>
            </a:r>
            <a:endParaRPr b="1" sz="7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8" name="Google Shape;318;p26"/>
          <p:cNvSpPr txBox="1"/>
          <p:nvPr/>
        </p:nvSpPr>
        <p:spPr>
          <a:xfrm>
            <a:off x="1602563" y="3118682"/>
            <a:ext cx="419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1D1D2C"/>
                </a:solidFill>
                <a:latin typeface="Inter"/>
                <a:ea typeface="Inter"/>
                <a:cs typeface="Inter"/>
                <a:sym typeface="Inter"/>
              </a:rPr>
              <a:t>05</a:t>
            </a:r>
            <a:endParaRPr b="1" sz="700">
              <a:solidFill>
                <a:srgbClr val="1D1D2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9" name="Google Shape;319;p26"/>
          <p:cNvSpPr txBox="1"/>
          <p:nvPr/>
        </p:nvSpPr>
        <p:spPr>
          <a:xfrm>
            <a:off x="2157483" y="3118682"/>
            <a:ext cx="419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1D1D2C"/>
                </a:solidFill>
                <a:latin typeface="Inter"/>
                <a:ea typeface="Inter"/>
                <a:cs typeface="Inter"/>
                <a:sym typeface="Inter"/>
              </a:rPr>
              <a:t>10</a:t>
            </a:r>
            <a:endParaRPr b="1" sz="700">
              <a:solidFill>
                <a:srgbClr val="1D1D2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20" name="Google Shape;320;p26"/>
          <p:cNvSpPr txBox="1"/>
          <p:nvPr/>
        </p:nvSpPr>
        <p:spPr>
          <a:xfrm>
            <a:off x="2712403" y="3118682"/>
            <a:ext cx="419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1D1D2C"/>
                </a:solidFill>
                <a:latin typeface="Inter"/>
                <a:ea typeface="Inter"/>
                <a:cs typeface="Inter"/>
                <a:sym typeface="Inter"/>
              </a:rPr>
              <a:t>20</a:t>
            </a:r>
            <a:endParaRPr b="1" sz="700">
              <a:solidFill>
                <a:srgbClr val="1D1D2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21" name="Google Shape;321;p26"/>
          <p:cNvSpPr txBox="1"/>
          <p:nvPr/>
        </p:nvSpPr>
        <p:spPr>
          <a:xfrm>
            <a:off x="3267323" y="3118682"/>
            <a:ext cx="419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1D1D2C"/>
                </a:solidFill>
                <a:latin typeface="Inter"/>
                <a:ea typeface="Inter"/>
                <a:cs typeface="Inter"/>
                <a:sym typeface="Inter"/>
              </a:rPr>
              <a:t>30</a:t>
            </a:r>
            <a:endParaRPr b="1" sz="700">
              <a:solidFill>
                <a:srgbClr val="1D1D2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22" name="Google Shape;322;p26"/>
          <p:cNvSpPr txBox="1"/>
          <p:nvPr/>
        </p:nvSpPr>
        <p:spPr>
          <a:xfrm>
            <a:off x="3822243" y="3118682"/>
            <a:ext cx="419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1D1D2C"/>
                </a:solidFill>
                <a:latin typeface="Inter"/>
                <a:ea typeface="Inter"/>
                <a:cs typeface="Inter"/>
                <a:sym typeface="Inter"/>
              </a:rPr>
              <a:t>40</a:t>
            </a:r>
            <a:endParaRPr b="1" sz="700">
              <a:solidFill>
                <a:srgbClr val="1D1D2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23" name="Google Shape;323;p26"/>
          <p:cNvSpPr txBox="1"/>
          <p:nvPr/>
        </p:nvSpPr>
        <p:spPr>
          <a:xfrm>
            <a:off x="7352683" y="3118670"/>
            <a:ext cx="419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90</a:t>
            </a:r>
            <a:endParaRPr b="1" sz="7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24" name="Google Shape;324;p26"/>
          <p:cNvSpPr txBox="1"/>
          <p:nvPr/>
        </p:nvSpPr>
        <p:spPr>
          <a:xfrm flipH="1">
            <a:off x="4377163" y="2460840"/>
            <a:ext cx="458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1D1D2C"/>
                </a:solidFill>
                <a:latin typeface="Inter"/>
                <a:ea typeface="Inter"/>
                <a:cs typeface="Inter"/>
                <a:sym typeface="Inter"/>
              </a:rPr>
              <a:t>50</a:t>
            </a:r>
            <a:endParaRPr b="1" sz="1300">
              <a:solidFill>
                <a:srgbClr val="1D1D2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25" name="Google Shape;325;p26"/>
          <p:cNvSpPr txBox="1"/>
          <p:nvPr/>
        </p:nvSpPr>
        <p:spPr>
          <a:xfrm>
            <a:off x="5688318" y="2508795"/>
            <a:ext cx="419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60</a:t>
            </a:r>
            <a:endParaRPr b="1" sz="7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26" name="Google Shape;326;p26"/>
          <p:cNvSpPr txBox="1"/>
          <p:nvPr/>
        </p:nvSpPr>
        <p:spPr>
          <a:xfrm>
            <a:off x="6243106" y="2508795"/>
            <a:ext cx="419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70</a:t>
            </a:r>
            <a:endParaRPr b="1" sz="7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27" name="Google Shape;327;p26"/>
          <p:cNvSpPr txBox="1"/>
          <p:nvPr/>
        </p:nvSpPr>
        <p:spPr>
          <a:xfrm>
            <a:off x="6797894" y="2508795"/>
            <a:ext cx="419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80</a:t>
            </a:r>
            <a:endParaRPr b="1" sz="7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28" name="Google Shape;328;p26"/>
          <p:cNvSpPr txBox="1"/>
          <p:nvPr/>
        </p:nvSpPr>
        <p:spPr>
          <a:xfrm>
            <a:off x="1602563" y="2508807"/>
            <a:ext cx="419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1D1D2C"/>
                </a:solidFill>
                <a:latin typeface="Inter"/>
                <a:ea typeface="Inter"/>
                <a:cs typeface="Inter"/>
                <a:sym typeface="Inter"/>
              </a:rPr>
              <a:t>05</a:t>
            </a:r>
            <a:endParaRPr b="1" sz="700">
              <a:solidFill>
                <a:srgbClr val="1D1D2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29" name="Google Shape;329;p26"/>
          <p:cNvSpPr txBox="1"/>
          <p:nvPr/>
        </p:nvSpPr>
        <p:spPr>
          <a:xfrm>
            <a:off x="2157483" y="2508807"/>
            <a:ext cx="419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1D1D2C"/>
                </a:solidFill>
                <a:latin typeface="Inter"/>
                <a:ea typeface="Inter"/>
                <a:cs typeface="Inter"/>
                <a:sym typeface="Inter"/>
              </a:rPr>
              <a:t>10</a:t>
            </a:r>
            <a:endParaRPr b="1" sz="700">
              <a:solidFill>
                <a:srgbClr val="1D1D2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0" name="Google Shape;330;p26"/>
          <p:cNvSpPr txBox="1"/>
          <p:nvPr/>
        </p:nvSpPr>
        <p:spPr>
          <a:xfrm>
            <a:off x="2712403" y="2508807"/>
            <a:ext cx="419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1D1D2C"/>
                </a:solidFill>
                <a:latin typeface="Inter"/>
                <a:ea typeface="Inter"/>
                <a:cs typeface="Inter"/>
                <a:sym typeface="Inter"/>
              </a:rPr>
              <a:t>20</a:t>
            </a:r>
            <a:endParaRPr b="1" sz="700">
              <a:solidFill>
                <a:srgbClr val="1D1D2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1" name="Google Shape;331;p26"/>
          <p:cNvSpPr txBox="1"/>
          <p:nvPr/>
        </p:nvSpPr>
        <p:spPr>
          <a:xfrm>
            <a:off x="3267323" y="2508807"/>
            <a:ext cx="419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1D1D2C"/>
                </a:solidFill>
                <a:latin typeface="Inter"/>
                <a:ea typeface="Inter"/>
                <a:cs typeface="Inter"/>
                <a:sym typeface="Inter"/>
              </a:rPr>
              <a:t>30</a:t>
            </a:r>
            <a:endParaRPr b="1" sz="700">
              <a:solidFill>
                <a:srgbClr val="1D1D2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2" name="Google Shape;332;p26"/>
          <p:cNvSpPr txBox="1"/>
          <p:nvPr/>
        </p:nvSpPr>
        <p:spPr>
          <a:xfrm>
            <a:off x="3822243" y="2508807"/>
            <a:ext cx="419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1D1D2C"/>
                </a:solidFill>
                <a:latin typeface="Inter"/>
                <a:ea typeface="Inter"/>
                <a:cs typeface="Inter"/>
                <a:sym typeface="Inter"/>
              </a:rPr>
              <a:t>40</a:t>
            </a:r>
            <a:endParaRPr b="1" sz="700">
              <a:solidFill>
                <a:srgbClr val="1D1D2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3" name="Google Shape;333;p26"/>
          <p:cNvSpPr txBox="1"/>
          <p:nvPr/>
        </p:nvSpPr>
        <p:spPr>
          <a:xfrm>
            <a:off x="7352683" y="2508795"/>
            <a:ext cx="419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90</a:t>
            </a:r>
            <a:endParaRPr b="1" sz="7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4" name="Google Shape;334;p26"/>
          <p:cNvSpPr txBox="1"/>
          <p:nvPr/>
        </p:nvSpPr>
        <p:spPr>
          <a:xfrm flipH="1">
            <a:off x="4377163" y="1850982"/>
            <a:ext cx="458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1D1D2C"/>
                </a:solidFill>
                <a:latin typeface="Inter"/>
                <a:ea typeface="Inter"/>
                <a:cs typeface="Inter"/>
                <a:sym typeface="Inter"/>
              </a:rPr>
              <a:t>50</a:t>
            </a:r>
            <a:endParaRPr b="1" sz="700">
              <a:solidFill>
                <a:srgbClr val="1D1D2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5" name="Google Shape;335;p26"/>
          <p:cNvSpPr txBox="1"/>
          <p:nvPr/>
        </p:nvSpPr>
        <p:spPr>
          <a:xfrm>
            <a:off x="5688318" y="1850970"/>
            <a:ext cx="419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60</a:t>
            </a:r>
            <a:endParaRPr b="1" sz="7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6" name="Google Shape;336;p26"/>
          <p:cNvSpPr txBox="1"/>
          <p:nvPr/>
        </p:nvSpPr>
        <p:spPr>
          <a:xfrm>
            <a:off x="6243106" y="1850970"/>
            <a:ext cx="419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70</a:t>
            </a:r>
            <a:endParaRPr b="1" sz="7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7" name="Google Shape;337;p26"/>
          <p:cNvSpPr txBox="1"/>
          <p:nvPr/>
        </p:nvSpPr>
        <p:spPr>
          <a:xfrm>
            <a:off x="6797894" y="1850970"/>
            <a:ext cx="419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80</a:t>
            </a:r>
            <a:endParaRPr b="1" sz="7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8" name="Google Shape;338;p26"/>
          <p:cNvSpPr txBox="1"/>
          <p:nvPr/>
        </p:nvSpPr>
        <p:spPr>
          <a:xfrm>
            <a:off x="1602563" y="1850982"/>
            <a:ext cx="419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1D1D2C"/>
                </a:solidFill>
                <a:latin typeface="Inter"/>
                <a:ea typeface="Inter"/>
                <a:cs typeface="Inter"/>
                <a:sym typeface="Inter"/>
              </a:rPr>
              <a:t>05</a:t>
            </a:r>
            <a:endParaRPr b="1" sz="700">
              <a:solidFill>
                <a:srgbClr val="1D1D2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9" name="Google Shape;339;p26"/>
          <p:cNvSpPr txBox="1"/>
          <p:nvPr/>
        </p:nvSpPr>
        <p:spPr>
          <a:xfrm>
            <a:off x="2157483" y="1850982"/>
            <a:ext cx="419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1D1D2C"/>
                </a:solidFill>
                <a:latin typeface="Inter"/>
                <a:ea typeface="Inter"/>
                <a:cs typeface="Inter"/>
                <a:sym typeface="Inter"/>
              </a:rPr>
              <a:t>10</a:t>
            </a:r>
            <a:endParaRPr b="1" sz="700">
              <a:solidFill>
                <a:srgbClr val="1D1D2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0" name="Google Shape;340;p26"/>
          <p:cNvSpPr txBox="1"/>
          <p:nvPr/>
        </p:nvSpPr>
        <p:spPr>
          <a:xfrm>
            <a:off x="2712403" y="1850982"/>
            <a:ext cx="419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1D1D2C"/>
                </a:solidFill>
                <a:latin typeface="Inter"/>
                <a:ea typeface="Inter"/>
                <a:cs typeface="Inter"/>
                <a:sym typeface="Inter"/>
              </a:rPr>
              <a:t>20</a:t>
            </a:r>
            <a:endParaRPr b="1" sz="700">
              <a:solidFill>
                <a:srgbClr val="1D1D2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1" name="Google Shape;341;p26"/>
          <p:cNvSpPr txBox="1"/>
          <p:nvPr/>
        </p:nvSpPr>
        <p:spPr>
          <a:xfrm>
            <a:off x="3267323" y="1850982"/>
            <a:ext cx="419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1D1D2C"/>
                </a:solidFill>
                <a:latin typeface="Inter"/>
                <a:ea typeface="Inter"/>
                <a:cs typeface="Inter"/>
                <a:sym typeface="Inter"/>
              </a:rPr>
              <a:t>30</a:t>
            </a:r>
            <a:endParaRPr b="1" sz="700">
              <a:solidFill>
                <a:srgbClr val="1D1D2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2" name="Google Shape;342;p26"/>
          <p:cNvSpPr txBox="1"/>
          <p:nvPr/>
        </p:nvSpPr>
        <p:spPr>
          <a:xfrm>
            <a:off x="3822243" y="1803015"/>
            <a:ext cx="419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1D1D2C"/>
                </a:solidFill>
                <a:latin typeface="Inter"/>
                <a:ea typeface="Inter"/>
                <a:cs typeface="Inter"/>
                <a:sym typeface="Inter"/>
              </a:rPr>
              <a:t>40</a:t>
            </a:r>
            <a:endParaRPr b="1" sz="1300">
              <a:solidFill>
                <a:srgbClr val="1D1D2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3" name="Google Shape;343;p26"/>
          <p:cNvSpPr txBox="1"/>
          <p:nvPr/>
        </p:nvSpPr>
        <p:spPr>
          <a:xfrm>
            <a:off x="7352683" y="1850970"/>
            <a:ext cx="419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90</a:t>
            </a:r>
            <a:endParaRPr b="1" sz="7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4" name="Google Shape;344;p26"/>
          <p:cNvSpPr txBox="1"/>
          <p:nvPr/>
        </p:nvSpPr>
        <p:spPr>
          <a:xfrm flipH="1">
            <a:off x="4377163" y="1213715"/>
            <a:ext cx="458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1D1D2C"/>
                </a:solidFill>
                <a:latin typeface="Inter"/>
                <a:ea typeface="Inter"/>
                <a:cs typeface="Inter"/>
                <a:sym typeface="Inter"/>
              </a:rPr>
              <a:t>50</a:t>
            </a:r>
            <a:endParaRPr b="1" sz="700">
              <a:solidFill>
                <a:srgbClr val="1D1D2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5" name="Google Shape;345;p26"/>
          <p:cNvSpPr txBox="1"/>
          <p:nvPr/>
        </p:nvSpPr>
        <p:spPr>
          <a:xfrm>
            <a:off x="5688318" y="1165735"/>
            <a:ext cx="419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60</a:t>
            </a:r>
            <a:endParaRPr b="1" sz="13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6" name="Google Shape;346;p26"/>
          <p:cNvSpPr txBox="1"/>
          <p:nvPr/>
        </p:nvSpPr>
        <p:spPr>
          <a:xfrm>
            <a:off x="6243106" y="1213702"/>
            <a:ext cx="419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70</a:t>
            </a:r>
            <a:endParaRPr b="1" sz="7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7" name="Google Shape;347;p26"/>
          <p:cNvSpPr txBox="1"/>
          <p:nvPr/>
        </p:nvSpPr>
        <p:spPr>
          <a:xfrm>
            <a:off x="6797894" y="1213702"/>
            <a:ext cx="419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80</a:t>
            </a:r>
            <a:endParaRPr b="1" sz="7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8" name="Google Shape;348;p26"/>
          <p:cNvSpPr txBox="1"/>
          <p:nvPr/>
        </p:nvSpPr>
        <p:spPr>
          <a:xfrm>
            <a:off x="1602563" y="1213715"/>
            <a:ext cx="419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1D1D2C"/>
                </a:solidFill>
                <a:latin typeface="Inter"/>
                <a:ea typeface="Inter"/>
                <a:cs typeface="Inter"/>
                <a:sym typeface="Inter"/>
              </a:rPr>
              <a:t>05</a:t>
            </a:r>
            <a:endParaRPr b="1" sz="700">
              <a:solidFill>
                <a:srgbClr val="1D1D2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9" name="Google Shape;349;p26"/>
          <p:cNvSpPr txBox="1"/>
          <p:nvPr/>
        </p:nvSpPr>
        <p:spPr>
          <a:xfrm>
            <a:off x="2157483" y="1213715"/>
            <a:ext cx="419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1D1D2C"/>
                </a:solidFill>
                <a:latin typeface="Inter"/>
                <a:ea typeface="Inter"/>
                <a:cs typeface="Inter"/>
                <a:sym typeface="Inter"/>
              </a:rPr>
              <a:t>10</a:t>
            </a:r>
            <a:endParaRPr b="1" sz="700">
              <a:solidFill>
                <a:srgbClr val="1D1D2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0" name="Google Shape;350;p26"/>
          <p:cNvSpPr txBox="1"/>
          <p:nvPr/>
        </p:nvSpPr>
        <p:spPr>
          <a:xfrm>
            <a:off x="2712403" y="1213715"/>
            <a:ext cx="419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1D1D2C"/>
                </a:solidFill>
                <a:latin typeface="Inter"/>
                <a:ea typeface="Inter"/>
                <a:cs typeface="Inter"/>
                <a:sym typeface="Inter"/>
              </a:rPr>
              <a:t>20</a:t>
            </a:r>
            <a:endParaRPr b="1" sz="700">
              <a:solidFill>
                <a:srgbClr val="1D1D2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1" name="Google Shape;351;p26"/>
          <p:cNvSpPr txBox="1"/>
          <p:nvPr/>
        </p:nvSpPr>
        <p:spPr>
          <a:xfrm>
            <a:off x="3267323" y="1213715"/>
            <a:ext cx="419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1D1D2C"/>
                </a:solidFill>
                <a:latin typeface="Inter"/>
                <a:ea typeface="Inter"/>
                <a:cs typeface="Inter"/>
                <a:sym typeface="Inter"/>
              </a:rPr>
              <a:t>30</a:t>
            </a:r>
            <a:endParaRPr b="1" sz="700">
              <a:solidFill>
                <a:srgbClr val="1D1D2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2" name="Google Shape;352;p26"/>
          <p:cNvSpPr txBox="1"/>
          <p:nvPr/>
        </p:nvSpPr>
        <p:spPr>
          <a:xfrm>
            <a:off x="3822243" y="1213715"/>
            <a:ext cx="419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1D1D2C"/>
                </a:solidFill>
                <a:latin typeface="Inter"/>
                <a:ea typeface="Inter"/>
                <a:cs typeface="Inter"/>
                <a:sym typeface="Inter"/>
              </a:rPr>
              <a:t>40</a:t>
            </a:r>
            <a:endParaRPr b="1" sz="700">
              <a:solidFill>
                <a:srgbClr val="1D1D2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3" name="Google Shape;353;p26"/>
          <p:cNvSpPr txBox="1"/>
          <p:nvPr/>
        </p:nvSpPr>
        <p:spPr>
          <a:xfrm>
            <a:off x="7352683" y="1213702"/>
            <a:ext cx="419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90</a:t>
            </a:r>
            <a:endParaRPr b="1" sz="7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4" name="Google Shape;354;p26"/>
          <p:cNvSpPr txBox="1"/>
          <p:nvPr/>
        </p:nvSpPr>
        <p:spPr>
          <a:xfrm flipH="1">
            <a:off x="4377163" y="625990"/>
            <a:ext cx="458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1D1D2C"/>
                </a:solidFill>
                <a:latin typeface="Inter"/>
                <a:ea typeface="Inter"/>
                <a:cs typeface="Inter"/>
                <a:sym typeface="Inter"/>
              </a:rPr>
              <a:t>50</a:t>
            </a:r>
            <a:endParaRPr b="1" sz="700">
              <a:solidFill>
                <a:srgbClr val="1D1D2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5" name="Google Shape;355;p26"/>
          <p:cNvSpPr txBox="1"/>
          <p:nvPr/>
        </p:nvSpPr>
        <p:spPr>
          <a:xfrm>
            <a:off x="5688318" y="625977"/>
            <a:ext cx="419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60</a:t>
            </a:r>
            <a:endParaRPr b="1" sz="7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6" name="Google Shape;356;p26"/>
          <p:cNvSpPr txBox="1"/>
          <p:nvPr/>
        </p:nvSpPr>
        <p:spPr>
          <a:xfrm>
            <a:off x="6243106" y="584862"/>
            <a:ext cx="419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70</a:t>
            </a:r>
            <a:endParaRPr b="1" sz="13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7" name="Google Shape;357;p26"/>
          <p:cNvSpPr txBox="1"/>
          <p:nvPr/>
        </p:nvSpPr>
        <p:spPr>
          <a:xfrm>
            <a:off x="6797894" y="584862"/>
            <a:ext cx="419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80</a:t>
            </a:r>
            <a:endParaRPr b="1" sz="13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8" name="Google Shape;358;p26"/>
          <p:cNvSpPr txBox="1"/>
          <p:nvPr/>
        </p:nvSpPr>
        <p:spPr>
          <a:xfrm>
            <a:off x="1602563" y="625990"/>
            <a:ext cx="419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1D1D2C"/>
                </a:solidFill>
                <a:latin typeface="Inter"/>
                <a:ea typeface="Inter"/>
                <a:cs typeface="Inter"/>
                <a:sym typeface="Inter"/>
              </a:rPr>
              <a:t>05</a:t>
            </a:r>
            <a:endParaRPr b="1" sz="700">
              <a:solidFill>
                <a:srgbClr val="1D1D2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9" name="Google Shape;359;p26"/>
          <p:cNvSpPr txBox="1"/>
          <p:nvPr/>
        </p:nvSpPr>
        <p:spPr>
          <a:xfrm>
            <a:off x="2157483" y="584875"/>
            <a:ext cx="419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1D1D2C"/>
                </a:solidFill>
                <a:latin typeface="Inter"/>
                <a:ea typeface="Inter"/>
                <a:cs typeface="Inter"/>
                <a:sym typeface="Inter"/>
              </a:rPr>
              <a:t>10</a:t>
            </a:r>
            <a:endParaRPr b="1" sz="1300">
              <a:solidFill>
                <a:srgbClr val="1D1D2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0" name="Google Shape;360;p26"/>
          <p:cNvSpPr txBox="1"/>
          <p:nvPr/>
        </p:nvSpPr>
        <p:spPr>
          <a:xfrm>
            <a:off x="2712403" y="625990"/>
            <a:ext cx="419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1D1D2C"/>
                </a:solidFill>
                <a:latin typeface="Inter"/>
                <a:ea typeface="Inter"/>
                <a:cs typeface="Inter"/>
                <a:sym typeface="Inter"/>
              </a:rPr>
              <a:t>20</a:t>
            </a:r>
            <a:endParaRPr b="1" sz="700">
              <a:solidFill>
                <a:srgbClr val="1D1D2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1" name="Google Shape;361;p26"/>
          <p:cNvSpPr txBox="1"/>
          <p:nvPr/>
        </p:nvSpPr>
        <p:spPr>
          <a:xfrm>
            <a:off x="3267323" y="625990"/>
            <a:ext cx="419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1D1D2C"/>
                </a:solidFill>
                <a:latin typeface="Inter"/>
                <a:ea typeface="Inter"/>
                <a:cs typeface="Inter"/>
                <a:sym typeface="Inter"/>
              </a:rPr>
              <a:t>30</a:t>
            </a:r>
            <a:endParaRPr b="1" sz="700">
              <a:solidFill>
                <a:srgbClr val="1D1D2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2" name="Google Shape;362;p26"/>
          <p:cNvSpPr txBox="1"/>
          <p:nvPr/>
        </p:nvSpPr>
        <p:spPr>
          <a:xfrm>
            <a:off x="3822243" y="625990"/>
            <a:ext cx="419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1D1D2C"/>
                </a:solidFill>
                <a:latin typeface="Inter"/>
                <a:ea typeface="Inter"/>
                <a:cs typeface="Inter"/>
                <a:sym typeface="Inter"/>
              </a:rPr>
              <a:t>40</a:t>
            </a:r>
            <a:endParaRPr b="1" sz="700">
              <a:solidFill>
                <a:srgbClr val="1D1D2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3" name="Google Shape;363;p26"/>
          <p:cNvSpPr txBox="1"/>
          <p:nvPr/>
        </p:nvSpPr>
        <p:spPr>
          <a:xfrm>
            <a:off x="7352683" y="625977"/>
            <a:ext cx="419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90</a:t>
            </a:r>
            <a:endParaRPr b="1" sz="7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4" name="Google Shape;364;p26"/>
          <p:cNvSpPr txBox="1"/>
          <p:nvPr/>
        </p:nvSpPr>
        <p:spPr>
          <a:xfrm>
            <a:off x="7955708" y="1213702"/>
            <a:ext cx="419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95</a:t>
            </a:r>
            <a:endParaRPr b="1" sz="7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5" name="Google Shape;365;p26"/>
          <p:cNvSpPr txBox="1"/>
          <p:nvPr/>
        </p:nvSpPr>
        <p:spPr>
          <a:xfrm>
            <a:off x="7955708" y="625977"/>
            <a:ext cx="419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95</a:t>
            </a:r>
            <a:endParaRPr b="1" sz="7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6" name="Google Shape;366;p26"/>
          <p:cNvSpPr txBox="1"/>
          <p:nvPr/>
        </p:nvSpPr>
        <p:spPr>
          <a:xfrm>
            <a:off x="8462258" y="1213702"/>
            <a:ext cx="419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99</a:t>
            </a:r>
            <a:endParaRPr b="1" sz="7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7" name="Google Shape;367;p26"/>
          <p:cNvSpPr txBox="1"/>
          <p:nvPr/>
        </p:nvSpPr>
        <p:spPr>
          <a:xfrm>
            <a:off x="8462258" y="625977"/>
            <a:ext cx="419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99</a:t>
            </a:r>
            <a:endParaRPr b="1" sz="7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7"/>
          <p:cNvSpPr txBox="1"/>
          <p:nvPr>
            <p:ph type="title"/>
          </p:nvPr>
        </p:nvSpPr>
        <p:spPr>
          <a:xfrm>
            <a:off x="235500" y="33177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Typography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8"/>
          <p:cNvSpPr txBox="1"/>
          <p:nvPr>
            <p:ph idx="4294967295" type="body"/>
          </p:nvPr>
        </p:nvSpPr>
        <p:spPr>
          <a:xfrm>
            <a:off x="235500" y="1228675"/>
            <a:ext cx="3858900" cy="232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800">
                <a:solidFill>
                  <a:schemeClr val="lt1"/>
                </a:solidFill>
                <a:latin typeface="League Gothic"/>
                <a:ea typeface="League Gothic"/>
                <a:cs typeface="League Gothic"/>
                <a:sym typeface="League Gothic"/>
              </a:rPr>
              <a:t>League Gothic</a:t>
            </a:r>
            <a:endParaRPr b="1" sz="39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39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78" name="Google Shape;378;p28"/>
          <p:cNvSpPr txBox="1"/>
          <p:nvPr/>
        </p:nvSpPr>
        <p:spPr>
          <a:xfrm>
            <a:off x="235500" y="3413875"/>
            <a:ext cx="3393300" cy="5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15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League Gothic</a:t>
            </a:r>
            <a:r>
              <a:rPr lang="en" sz="1215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is a default Google Webfont that can also be </a:t>
            </a:r>
            <a:r>
              <a:rPr b="1" lang="en" sz="1215" u="sng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downloaded here.</a:t>
            </a:r>
            <a:endParaRPr b="1">
              <a:solidFill>
                <a:schemeClr val="accent2"/>
              </a:solidFill>
            </a:endParaRPr>
          </a:p>
        </p:txBody>
      </p:sp>
      <p:sp>
        <p:nvSpPr>
          <p:cNvPr id="379" name="Google Shape;379;p28"/>
          <p:cNvSpPr txBox="1"/>
          <p:nvPr>
            <p:ph idx="4294967295" type="title"/>
          </p:nvPr>
        </p:nvSpPr>
        <p:spPr>
          <a:xfrm>
            <a:off x="235500" y="776600"/>
            <a:ext cx="32061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HEADERS &amp; TITLES</a:t>
            </a:r>
            <a:endParaRPr b="1" sz="1000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80" name="Google Shape;380;p28"/>
          <p:cNvSpPr txBox="1"/>
          <p:nvPr/>
        </p:nvSpPr>
        <p:spPr>
          <a:xfrm>
            <a:off x="5029925" y="1064300"/>
            <a:ext cx="3085200" cy="2756100"/>
          </a:xfrm>
          <a:prstGeom prst="rect">
            <a:avLst/>
          </a:prstGeom>
          <a:solidFill>
            <a:srgbClr val="1D1D2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THIS IS AN EYEBROW</a:t>
            </a:r>
            <a:br>
              <a:rPr b="1" lang="en" sz="8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1" lang="en" sz="8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endParaRPr b="1" sz="8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lt1"/>
                </a:solidFill>
                <a:latin typeface="League Gothic"/>
                <a:ea typeface="League Gothic"/>
                <a:cs typeface="League Gothic"/>
                <a:sym typeface="League Gothic"/>
              </a:rPr>
              <a:t>This is an example of an H1 Header.</a:t>
            </a:r>
            <a:endParaRPr sz="2900">
              <a:solidFill>
                <a:schemeClr val="lt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This is the body copy</a:t>
            </a:r>
            <a:r>
              <a:rPr lang="en" sz="12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. Lorem ipsum dolor sit amet, consectetur adipiscing elit, sed do eiusmod </a:t>
            </a:r>
            <a:r>
              <a:rPr b="1" lang="en" sz="1200" u="sng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tempor incididunt</a:t>
            </a:r>
            <a:r>
              <a:rPr lang="en" sz="12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 ut labore et dolore magna aliqua. Ut ed minim veniam.</a:t>
            </a:r>
            <a:endParaRPr sz="12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1" name="Google Shape;381;p28"/>
          <p:cNvSpPr/>
          <p:nvPr/>
        </p:nvSpPr>
        <p:spPr>
          <a:xfrm>
            <a:off x="5029925" y="1075100"/>
            <a:ext cx="2103600" cy="274200"/>
          </a:xfrm>
          <a:prstGeom prst="rect">
            <a:avLst/>
          </a:prstGeom>
          <a:solidFill>
            <a:srgbClr val="1D1D2C">
              <a:alpha val="509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2" name="Google Shape;382;p28"/>
          <p:cNvSpPr/>
          <p:nvPr/>
        </p:nvSpPr>
        <p:spPr>
          <a:xfrm>
            <a:off x="5029925" y="2795075"/>
            <a:ext cx="3037200" cy="888300"/>
          </a:xfrm>
          <a:prstGeom prst="rect">
            <a:avLst/>
          </a:prstGeom>
          <a:solidFill>
            <a:srgbClr val="1D1D2C">
              <a:alpha val="509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3" name="Google Shape;383;p28"/>
          <p:cNvSpPr/>
          <p:nvPr/>
        </p:nvSpPr>
        <p:spPr>
          <a:xfrm>
            <a:off x="4094400" y="1349300"/>
            <a:ext cx="4569000" cy="1491300"/>
          </a:xfrm>
          <a:prstGeom prst="ellipse">
            <a:avLst/>
          </a:prstGeom>
          <a:noFill/>
          <a:ln cap="flat" cmpd="sng" w="762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9"/>
          <p:cNvSpPr txBox="1"/>
          <p:nvPr>
            <p:ph idx="4294967295" type="body"/>
          </p:nvPr>
        </p:nvSpPr>
        <p:spPr>
          <a:xfrm>
            <a:off x="235500" y="1228675"/>
            <a:ext cx="3858900" cy="232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800">
                <a:solidFill>
                  <a:schemeClr val="lt1"/>
                </a:solidFill>
                <a:latin typeface="League Gothic"/>
                <a:ea typeface="League Gothic"/>
                <a:cs typeface="League Gothic"/>
                <a:sym typeface="League Gothic"/>
              </a:rPr>
              <a:t>Roboto</a:t>
            </a:r>
            <a:endParaRPr b="1" sz="39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39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89" name="Google Shape;389;p29"/>
          <p:cNvSpPr txBox="1"/>
          <p:nvPr/>
        </p:nvSpPr>
        <p:spPr>
          <a:xfrm>
            <a:off x="235500" y="3413875"/>
            <a:ext cx="3393300" cy="5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15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Roboto</a:t>
            </a:r>
            <a:r>
              <a:rPr lang="en" sz="1215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is a default Google Webfont that can also be </a:t>
            </a:r>
            <a:r>
              <a:rPr b="1" lang="en" sz="1215" u="sng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downloaded here.</a:t>
            </a:r>
            <a:endParaRPr b="1">
              <a:solidFill>
                <a:schemeClr val="accent2"/>
              </a:solidFill>
            </a:endParaRPr>
          </a:p>
        </p:txBody>
      </p:sp>
      <p:sp>
        <p:nvSpPr>
          <p:cNvPr id="390" name="Google Shape;390;p29"/>
          <p:cNvSpPr txBox="1"/>
          <p:nvPr>
            <p:ph idx="4294967295" type="title"/>
          </p:nvPr>
        </p:nvSpPr>
        <p:spPr>
          <a:xfrm>
            <a:off x="235500" y="776600"/>
            <a:ext cx="32061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BODY &amp; PARAGRAPHS</a:t>
            </a:r>
            <a:endParaRPr b="1" sz="1000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91" name="Google Shape;391;p29"/>
          <p:cNvSpPr txBox="1"/>
          <p:nvPr/>
        </p:nvSpPr>
        <p:spPr>
          <a:xfrm>
            <a:off x="5029925" y="1064300"/>
            <a:ext cx="3085200" cy="2756100"/>
          </a:xfrm>
          <a:prstGeom prst="rect">
            <a:avLst/>
          </a:prstGeom>
          <a:solidFill>
            <a:srgbClr val="1D1D2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THIS IS AN EYEBROW</a:t>
            </a:r>
            <a:br>
              <a:rPr b="1" lang="en" sz="8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1" lang="en" sz="8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endParaRPr b="1" sz="8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lt1"/>
                </a:solidFill>
                <a:latin typeface="League Gothic"/>
                <a:ea typeface="League Gothic"/>
                <a:cs typeface="League Gothic"/>
                <a:sym typeface="League Gothic"/>
              </a:rPr>
              <a:t>This is an example of an H1 Header.</a:t>
            </a:r>
            <a:endParaRPr sz="2900">
              <a:solidFill>
                <a:schemeClr val="lt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This is the body copy. Lorem ipsum dolor sit amet, consectetur adipiscing elit, sed do eiusmod </a:t>
            </a:r>
            <a:r>
              <a:rPr b="1" lang="en" sz="1200" u="sng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tempor incididunt</a:t>
            </a:r>
            <a:r>
              <a:rPr lang="en" sz="12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 ut labore et dolore magna aliqua. Ut ed minim veniam.</a:t>
            </a:r>
            <a:endParaRPr sz="12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2" name="Google Shape;392;p29"/>
          <p:cNvSpPr/>
          <p:nvPr/>
        </p:nvSpPr>
        <p:spPr>
          <a:xfrm>
            <a:off x="5029925" y="1075100"/>
            <a:ext cx="2900100" cy="1601100"/>
          </a:xfrm>
          <a:prstGeom prst="rect">
            <a:avLst/>
          </a:prstGeom>
          <a:solidFill>
            <a:srgbClr val="1D1D2C">
              <a:alpha val="509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3" name="Google Shape;393;p29"/>
          <p:cNvSpPr/>
          <p:nvPr/>
        </p:nvSpPr>
        <p:spPr>
          <a:xfrm>
            <a:off x="4094400" y="2509375"/>
            <a:ext cx="4569000" cy="1491300"/>
          </a:xfrm>
          <a:prstGeom prst="ellipse">
            <a:avLst/>
          </a:prstGeom>
          <a:noFill/>
          <a:ln cap="flat" cmpd="sng" w="762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0"/>
          <p:cNvSpPr txBox="1"/>
          <p:nvPr>
            <p:ph idx="4294967295" type="body"/>
          </p:nvPr>
        </p:nvSpPr>
        <p:spPr>
          <a:xfrm>
            <a:off x="235500" y="1228675"/>
            <a:ext cx="3858900" cy="232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800">
                <a:solidFill>
                  <a:schemeClr val="lt1"/>
                </a:solidFill>
                <a:latin typeface="League Gothic"/>
                <a:ea typeface="League Gothic"/>
                <a:cs typeface="League Gothic"/>
                <a:sym typeface="League Gothic"/>
              </a:rPr>
              <a:t>Roboto-Mono</a:t>
            </a:r>
            <a:endParaRPr b="1" sz="39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39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99" name="Google Shape;399;p30"/>
          <p:cNvSpPr txBox="1"/>
          <p:nvPr/>
        </p:nvSpPr>
        <p:spPr>
          <a:xfrm>
            <a:off x="235500" y="3413875"/>
            <a:ext cx="3393300" cy="5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15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Roboto-Mono</a:t>
            </a:r>
            <a:r>
              <a:rPr lang="en" sz="1215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is a default Google Webfont that can also be </a:t>
            </a:r>
            <a:r>
              <a:rPr b="1" lang="en" sz="1215" u="sng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downloaded here.</a:t>
            </a:r>
            <a:endParaRPr b="1">
              <a:solidFill>
                <a:schemeClr val="accent2"/>
              </a:solidFill>
            </a:endParaRPr>
          </a:p>
        </p:txBody>
      </p:sp>
      <p:sp>
        <p:nvSpPr>
          <p:cNvPr id="400" name="Google Shape;400;p30"/>
          <p:cNvSpPr txBox="1"/>
          <p:nvPr>
            <p:ph idx="4294967295" type="title"/>
          </p:nvPr>
        </p:nvSpPr>
        <p:spPr>
          <a:xfrm>
            <a:off x="235500" y="776600"/>
            <a:ext cx="32061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EYEBROWS &amp; CODE</a:t>
            </a:r>
            <a:endParaRPr b="1" sz="1000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01" name="Google Shape;401;p30"/>
          <p:cNvSpPr txBox="1"/>
          <p:nvPr/>
        </p:nvSpPr>
        <p:spPr>
          <a:xfrm>
            <a:off x="5029925" y="1064300"/>
            <a:ext cx="3085200" cy="2756100"/>
          </a:xfrm>
          <a:prstGeom prst="rect">
            <a:avLst/>
          </a:prstGeom>
          <a:solidFill>
            <a:srgbClr val="1D1D2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THIS IS AN EYEBROW</a:t>
            </a:r>
            <a:br>
              <a:rPr b="1" lang="en" sz="8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1" lang="en" sz="8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endParaRPr b="1" sz="8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lt1"/>
                </a:solidFill>
                <a:latin typeface="League Gothic"/>
                <a:ea typeface="League Gothic"/>
                <a:cs typeface="League Gothic"/>
                <a:sym typeface="League Gothic"/>
              </a:rPr>
              <a:t>This is an example of an H1 Header.</a:t>
            </a:r>
            <a:endParaRPr sz="2900">
              <a:solidFill>
                <a:schemeClr val="lt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This is the body copy. Lorem ipsum dolor sit amet, consectetur adipiscing elit, sed do eiusmod </a:t>
            </a:r>
            <a:r>
              <a:rPr b="1" lang="en" sz="1200" u="sng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tempor incididunt</a:t>
            </a:r>
            <a:r>
              <a:rPr lang="en" sz="12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 ut labore et dolore magna aliqua. Ut ed minim veniam.</a:t>
            </a:r>
            <a:endParaRPr sz="12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2" name="Google Shape;402;p30"/>
          <p:cNvSpPr/>
          <p:nvPr/>
        </p:nvSpPr>
        <p:spPr>
          <a:xfrm>
            <a:off x="5029925" y="1463150"/>
            <a:ext cx="3037200" cy="2220300"/>
          </a:xfrm>
          <a:prstGeom prst="rect">
            <a:avLst/>
          </a:prstGeom>
          <a:solidFill>
            <a:srgbClr val="1D1D2C">
              <a:alpha val="509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3" name="Google Shape;403;p30"/>
          <p:cNvSpPr/>
          <p:nvPr/>
        </p:nvSpPr>
        <p:spPr>
          <a:xfrm>
            <a:off x="4094400" y="951875"/>
            <a:ext cx="4569000" cy="470100"/>
          </a:xfrm>
          <a:prstGeom prst="ellipse">
            <a:avLst/>
          </a:prstGeom>
          <a:noFill/>
          <a:ln cap="flat" cmpd="sng" w="762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1"/>
          <p:cNvSpPr txBox="1"/>
          <p:nvPr>
            <p:ph type="title"/>
          </p:nvPr>
        </p:nvSpPr>
        <p:spPr>
          <a:xfrm>
            <a:off x="159300" y="2164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Writing Guidelines</a:t>
            </a:r>
            <a:endParaRPr/>
          </a:p>
        </p:txBody>
      </p:sp>
      <p:sp>
        <p:nvSpPr>
          <p:cNvPr id="409" name="Google Shape;409;p31"/>
          <p:cNvSpPr txBox="1"/>
          <p:nvPr>
            <p:ph idx="1" type="body"/>
          </p:nvPr>
        </p:nvSpPr>
        <p:spPr>
          <a:xfrm>
            <a:off x="159300" y="1000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All headers are typed in </a:t>
            </a:r>
            <a:r>
              <a:rPr b="1" lang="en">
                <a:solidFill>
                  <a:schemeClr val="accent2"/>
                </a:solidFill>
              </a:rPr>
              <a:t>Sentence case</a:t>
            </a:r>
            <a:r>
              <a:rPr lang="en"/>
              <a:t>, with punctuation.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/>
              <a:t>example: </a:t>
            </a:r>
            <a:r>
              <a:rPr b="1" lang="en" sz="2400">
                <a:solidFill>
                  <a:schemeClr val="lt1"/>
                </a:solidFill>
              </a:rPr>
              <a:t>The future of data is here.</a:t>
            </a:r>
            <a:endParaRPr b="1" sz="2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 sz="1200"/>
              <a:t>exemption: </a:t>
            </a:r>
            <a:r>
              <a:rPr i="1" lang="en" sz="1100"/>
              <a:t>If the header is less than 4 words, may use </a:t>
            </a:r>
            <a:r>
              <a:rPr b="1" i="1" lang="en" sz="1100"/>
              <a:t>Camel Case</a:t>
            </a:r>
            <a:r>
              <a:rPr i="1" lang="en" sz="1100"/>
              <a:t>/no punctuation.</a:t>
            </a:r>
            <a:endParaRPr i="1"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i="1"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We are </a:t>
            </a:r>
            <a:r>
              <a:rPr b="1" lang="en">
                <a:solidFill>
                  <a:schemeClr val="accent2"/>
                </a:solidFill>
              </a:rPr>
              <a:t>PRO Oxford Comma</a:t>
            </a:r>
            <a:r>
              <a:rPr lang="en">
                <a:solidFill>
                  <a:schemeClr val="accent1"/>
                </a:solidFill>
              </a:rPr>
              <a:t> </a:t>
            </a:r>
            <a:r>
              <a:rPr lang="en"/>
              <a:t>in this team of marketers, data engineers, and friends.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i="1" sz="1100"/>
          </a:p>
        </p:txBody>
      </p:sp>
      <p:cxnSp>
        <p:nvCxnSpPr>
          <p:cNvPr id="410" name="Google Shape;410;p31"/>
          <p:cNvCxnSpPr/>
          <p:nvPr/>
        </p:nvCxnSpPr>
        <p:spPr>
          <a:xfrm>
            <a:off x="278375" y="2483250"/>
            <a:ext cx="7713600" cy="0"/>
          </a:xfrm>
          <a:prstGeom prst="straightConnector1">
            <a:avLst/>
          </a:prstGeom>
          <a:noFill/>
          <a:ln cap="flat" cmpd="sng" w="9525">
            <a:solidFill>
              <a:srgbClr val="88888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1" name="Google Shape;411;p31"/>
          <p:cNvCxnSpPr/>
          <p:nvPr/>
        </p:nvCxnSpPr>
        <p:spPr>
          <a:xfrm>
            <a:off x="278375" y="3259995"/>
            <a:ext cx="7713600" cy="0"/>
          </a:xfrm>
          <a:prstGeom prst="straightConnector1">
            <a:avLst/>
          </a:prstGeom>
          <a:noFill/>
          <a:ln cap="flat" cmpd="sng" w="9525">
            <a:solidFill>
              <a:srgbClr val="888888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32"/>
          <p:cNvSpPr txBox="1"/>
          <p:nvPr>
            <p:ph type="title"/>
          </p:nvPr>
        </p:nvSpPr>
        <p:spPr>
          <a:xfrm>
            <a:off x="235500" y="33177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Iconography &amp; Graphic Elements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3"/>
          <p:cNvSpPr txBox="1"/>
          <p:nvPr>
            <p:ph type="title"/>
          </p:nvPr>
        </p:nvSpPr>
        <p:spPr>
          <a:xfrm>
            <a:off x="159300" y="2164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Iconography</a:t>
            </a:r>
            <a:endParaRPr/>
          </a:p>
        </p:txBody>
      </p:sp>
      <p:pic>
        <p:nvPicPr>
          <p:cNvPr id="422" name="Google Shape;422;p33" title="021-outer spac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4738" y="1170125"/>
            <a:ext cx="707821" cy="7078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23" name="Google Shape;423;p33" title="028-outer spac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31038" y="1170125"/>
            <a:ext cx="707821" cy="7078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24" name="Google Shape;424;p33" title="031-newspaper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27339" y="1170125"/>
            <a:ext cx="707821" cy="7078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Google Shape;425;p33" title="017-headphones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4738" y="1966424"/>
            <a:ext cx="707821" cy="7078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p33" title="060-document editor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431038" y="1966424"/>
            <a:ext cx="707821" cy="7078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" name="Google Shape;427;p33" title="014-global connection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023640" y="1170125"/>
            <a:ext cx="707821" cy="7078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28" name="Google Shape;428;p33" title="029-networking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227339" y="1966424"/>
            <a:ext cx="707821" cy="7078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" name="Google Shape;429;p33" title="053-video call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819941" y="1170125"/>
            <a:ext cx="707821" cy="7078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33" title="005-Chat balloons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023640" y="1966424"/>
            <a:ext cx="707821" cy="7078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33" title="008-cloud connection.png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34738" y="2762723"/>
            <a:ext cx="707821" cy="7078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p33" title="027-microphone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431038" y="2762723"/>
            <a:ext cx="707821" cy="7078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p33" title="048-touch screen.png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3819941" y="1966424"/>
            <a:ext cx="707821" cy="7078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33" title="006-mobile chat.png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2227339" y="2762723"/>
            <a:ext cx="707821" cy="7078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33" title="003-book.png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4616242" y="1170125"/>
            <a:ext cx="707821" cy="7078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33" title="041-satellite connect.png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3023640" y="2762723"/>
            <a:ext cx="707821" cy="7078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33" title="009-ebook.png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4616242" y="1966424"/>
            <a:ext cx="707821" cy="7078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33" title="031-video player.png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3819941" y="2762723"/>
            <a:ext cx="707821" cy="7078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33" title="Frame 1.png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4616242" y="2762723"/>
            <a:ext cx="707821" cy="7078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33" title="024-password code.png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5821682" y="3506079"/>
            <a:ext cx="707821" cy="7078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41" name="Google Shape;441;p33" title="028-password code.png"/>
          <p:cNvPicPr preferRelativeResize="0"/>
          <p:nvPr/>
        </p:nvPicPr>
        <p:blipFill>
          <a:blip r:embed="rId22">
            <a:alphaModFix/>
          </a:blip>
          <a:stretch>
            <a:fillRect/>
          </a:stretch>
        </p:blipFill>
        <p:spPr>
          <a:xfrm>
            <a:off x="5025382" y="3506079"/>
            <a:ext cx="707821" cy="7078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33" title="011-gamepad.png"/>
          <p:cNvPicPr preferRelativeResize="0"/>
          <p:nvPr/>
        </p:nvPicPr>
        <p:blipFill>
          <a:blip r:embed="rId23">
            <a:alphaModFix/>
          </a:blip>
          <a:stretch>
            <a:fillRect/>
          </a:stretch>
        </p:blipFill>
        <p:spPr>
          <a:xfrm>
            <a:off x="4229082" y="3559029"/>
            <a:ext cx="707821" cy="7078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43" name="Google Shape;443;p33" title="016-laptop.png"/>
          <p:cNvPicPr preferRelativeResize="0"/>
          <p:nvPr/>
        </p:nvPicPr>
        <p:blipFill>
          <a:blip r:embed="rId24">
            <a:alphaModFix/>
          </a:blip>
          <a:stretch>
            <a:fillRect/>
          </a:stretch>
        </p:blipFill>
        <p:spPr>
          <a:xfrm>
            <a:off x="3432782" y="3559029"/>
            <a:ext cx="707821" cy="7078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44" name="Google Shape;444;p33" title="029-server.png"/>
          <p:cNvPicPr preferRelativeResize="0"/>
          <p:nvPr/>
        </p:nvPicPr>
        <p:blipFill>
          <a:blip r:embed="rId25">
            <a:alphaModFix/>
          </a:blip>
          <a:stretch>
            <a:fillRect/>
          </a:stretch>
        </p:blipFill>
        <p:spPr>
          <a:xfrm>
            <a:off x="2636482" y="3559029"/>
            <a:ext cx="707821" cy="7078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45" name="Google Shape;445;p33" title="008-growth graph.png"/>
          <p:cNvPicPr preferRelativeResize="0"/>
          <p:nvPr/>
        </p:nvPicPr>
        <p:blipFill>
          <a:blip r:embed="rId26">
            <a:alphaModFix/>
          </a:blip>
          <a:stretch>
            <a:fillRect/>
          </a:stretch>
        </p:blipFill>
        <p:spPr>
          <a:xfrm>
            <a:off x="7801432" y="2762729"/>
            <a:ext cx="707821" cy="7078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46" name="Google Shape;446;p33" title="007-growth chart.png"/>
          <p:cNvPicPr preferRelativeResize="0"/>
          <p:nvPr/>
        </p:nvPicPr>
        <p:blipFill>
          <a:blip r:embed="rId27">
            <a:alphaModFix/>
          </a:blip>
          <a:stretch>
            <a:fillRect/>
          </a:stretch>
        </p:blipFill>
        <p:spPr>
          <a:xfrm>
            <a:off x="7005132" y="2762729"/>
            <a:ext cx="707821" cy="7078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47" name="Google Shape;447;p33" title="020-tasks.png"/>
          <p:cNvPicPr preferRelativeResize="0"/>
          <p:nvPr/>
        </p:nvPicPr>
        <p:blipFill>
          <a:blip r:embed="rId28">
            <a:alphaModFix/>
          </a:blip>
          <a:stretch>
            <a:fillRect/>
          </a:stretch>
        </p:blipFill>
        <p:spPr>
          <a:xfrm>
            <a:off x="6208832" y="2762729"/>
            <a:ext cx="707821" cy="7078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48" name="Google Shape;448;p33" title="012-globe grid.png"/>
          <p:cNvPicPr preferRelativeResize="0"/>
          <p:nvPr/>
        </p:nvPicPr>
        <p:blipFill>
          <a:blip r:embed="rId29">
            <a:alphaModFix/>
          </a:blip>
          <a:stretch>
            <a:fillRect/>
          </a:stretch>
        </p:blipFill>
        <p:spPr>
          <a:xfrm>
            <a:off x="7005132" y="1966429"/>
            <a:ext cx="707821" cy="7078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49" name="Google Shape;449;p33" title="016-target.png"/>
          <p:cNvPicPr preferRelativeResize="0"/>
          <p:nvPr/>
        </p:nvPicPr>
        <p:blipFill>
          <a:blip r:embed="rId30">
            <a:alphaModFix/>
          </a:blip>
          <a:stretch>
            <a:fillRect/>
          </a:stretch>
        </p:blipFill>
        <p:spPr>
          <a:xfrm>
            <a:off x="5412532" y="2762729"/>
            <a:ext cx="707821" cy="7078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p33" title="021-finder.png"/>
          <p:cNvPicPr preferRelativeResize="0"/>
          <p:nvPr/>
        </p:nvPicPr>
        <p:blipFill>
          <a:blip r:embed="rId31">
            <a:alphaModFix/>
          </a:blip>
          <a:stretch>
            <a:fillRect/>
          </a:stretch>
        </p:blipFill>
        <p:spPr>
          <a:xfrm>
            <a:off x="7801432" y="1966429"/>
            <a:ext cx="707821" cy="7078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51" name="Google Shape;451;p33" title="006-catalogue.png"/>
          <p:cNvPicPr preferRelativeResize="0"/>
          <p:nvPr/>
        </p:nvPicPr>
        <p:blipFill>
          <a:blip r:embed="rId32">
            <a:alphaModFix/>
          </a:blip>
          <a:stretch>
            <a:fillRect/>
          </a:stretch>
        </p:blipFill>
        <p:spPr>
          <a:xfrm>
            <a:off x="6208832" y="1966429"/>
            <a:ext cx="707821" cy="7078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52" name="Google Shape;452;p33" title="001-abacus-1.png"/>
          <p:cNvPicPr preferRelativeResize="0"/>
          <p:nvPr/>
        </p:nvPicPr>
        <p:blipFill>
          <a:blip r:embed="rId33">
            <a:alphaModFix/>
          </a:blip>
          <a:stretch>
            <a:fillRect/>
          </a:stretch>
        </p:blipFill>
        <p:spPr>
          <a:xfrm>
            <a:off x="5412532" y="1966429"/>
            <a:ext cx="707821" cy="7078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53" name="Google Shape;453;p33" title="001-abacus.png"/>
          <p:cNvPicPr preferRelativeResize="0"/>
          <p:nvPr/>
        </p:nvPicPr>
        <p:blipFill>
          <a:blip r:embed="rId33">
            <a:alphaModFix/>
          </a:blip>
          <a:stretch>
            <a:fillRect/>
          </a:stretch>
        </p:blipFill>
        <p:spPr>
          <a:xfrm>
            <a:off x="7801432" y="1170129"/>
            <a:ext cx="707821" cy="7078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54" name="Google Shape;454;p33" title="023-cash flow.png"/>
          <p:cNvPicPr preferRelativeResize="0"/>
          <p:nvPr/>
        </p:nvPicPr>
        <p:blipFill>
          <a:blip r:embed="rId34">
            <a:alphaModFix/>
          </a:blip>
          <a:stretch>
            <a:fillRect/>
          </a:stretch>
        </p:blipFill>
        <p:spPr>
          <a:xfrm>
            <a:off x="7005132" y="1170129"/>
            <a:ext cx="707821" cy="7078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Google Shape;455;p33" title="036-e-payment.png"/>
          <p:cNvPicPr preferRelativeResize="0"/>
          <p:nvPr/>
        </p:nvPicPr>
        <p:blipFill>
          <a:blip r:embed="rId35">
            <a:alphaModFix/>
          </a:blip>
          <a:stretch>
            <a:fillRect/>
          </a:stretch>
        </p:blipFill>
        <p:spPr>
          <a:xfrm>
            <a:off x="6208832" y="1170129"/>
            <a:ext cx="707821" cy="7078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" name="Google Shape;456;p33" title="Dashboard.png"/>
          <p:cNvPicPr preferRelativeResize="0"/>
          <p:nvPr/>
        </p:nvPicPr>
        <p:blipFill>
          <a:blip r:embed="rId36">
            <a:alphaModFix/>
          </a:blip>
          <a:stretch>
            <a:fillRect/>
          </a:stretch>
        </p:blipFill>
        <p:spPr>
          <a:xfrm>
            <a:off x="5412532" y="1170129"/>
            <a:ext cx="707821" cy="7078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34"/>
          <p:cNvSpPr txBox="1"/>
          <p:nvPr>
            <p:ph type="title"/>
          </p:nvPr>
        </p:nvSpPr>
        <p:spPr>
          <a:xfrm>
            <a:off x="159300" y="2164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Space Math</a:t>
            </a:r>
            <a:endParaRPr/>
          </a:p>
        </p:txBody>
      </p:sp>
      <p:pic>
        <p:nvPicPr>
          <p:cNvPr id="462" name="Google Shape;462;p34" title="Group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3175" y="125975"/>
            <a:ext cx="7325449" cy="4865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35"/>
          <p:cNvSpPr txBox="1"/>
          <p:nvPr>
            <p:ph type="title"/>
          </p:nvPr>
        </p:nvSpPr>
        <p:spPr>
          <a:xfrm>
            <a:off x="159300" y="2164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Space Math</a:t>
            </a:r>
            <a:endParaRPr/>
          </a:p>
        </p:txBody>
      </p:sp>
      <p:pic>
        <p:nvPicPr>
          <p:cNvPr id="468" name="Google Shape;468;p35" title="Group-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71551" y="2934595"/>
            <a:ext cx="3172450" cy="2132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9" name="Google Shape;469;p35" title="Group-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02833" y="110925"/>
            <a:ext cx="2662942" cy="2658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470" name="Google Shape;470;p35" title="Group-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7025" y="1028350"/>
            <a:ext cx="5438050" cy="400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" name="Google Shape;471;p35" title="Group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85263" y="0"/>
            <a:ext cx="3172450" cy="317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36"/>
          <p:cNvSpPr txBox="1"/>
          <p:nvPr>
            <p:ph type="title"/>
          </p:nvPr>
        </p:nvSpPr>
        <p:spPr>
          <a:xfrm>
            <a:off x="159300" y="2164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Space Math</a:t>
            </a:r>
            <a:endParaRPr/>
          </a:p>
        </p:txBody>
      </p:sp>
      <p:pic>
        <p:nvPicPr>
          <p:cNvPr id="477" name="Google Shape;477;p36" title="Group-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40125" y="546963"/>
            <a:ext cx="6069832" cy="4049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37"/>
          <p:cNvSpPr txBox="1"/>
          <p:nvPr>
            <p:ph type="title"/>
          </p:nvPr>
        </p:nvSpPr>
        <p:spPr>
          <a:xfrm>
            <a:off x="159300" y="2164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Orbits</a:t>
            </a:r>
            <a:endParaRPr/>
          </a:p>
        </p:txBody>
      </p:sp>
      <p:pic>
        <p:nvPicPr>
          <p:cNvPr id="483" name="Google Shape;483;p37" title="Group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6975" y="-1177450"/>
            <a:ext cx="7985802" cy="4049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84" name="Google Shape;484;p37" title="Group-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8670" y="2053700"/>
            <a:ext cx="4088825" cy="229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5" name="Google Shape;485;p37" title="Group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10800000">
            <a:off x="3974826" y="3042525"/>
            <a:ext cx="3279724" cy="1768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D1D2C"/>
        </a:solidFill>
      </p:bgPr>
    </p:bg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38"/>
          <p:cNvSpPr txBox="1"/>
          <p:nvPr>
            <p:ph type="title"/>
          </p:nvPr>
        </p:nvSpPr>
        <p:spPr>
          <a:xfrm>
            <a:off x="159300" y="216425"/>
            <a:ext cx="40065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Textures</a:t>
            </a:r>
            <a:endParaRPr/>
          </a:p>
        </p:txBody>
      </p:sp>
      <p:pic>
        <p:nvPicPr>
          <p:cNvPr id="491" name="Google Shape;491;p38" title="Texture - DotGri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300" y="880300"/>
            <a:ext cx="5804003" cy="4049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92" name="Google Shape;492;p38" title="Texture - Angle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90428" y="1217075"/>
            <a:ext cx="2882799" cy="35713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5F2"/>
        </a:solidFill>
      </p:bgPr>
    </p:bg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7" name="Google Shape;497;p39" title="Group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25" y="414810"/>
            <a:ext cx="9144001" cy="4313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8" name="Google Shape;498;p39" title="Group-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29" y="0"/>
            <a:ext cx="913614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39"/>
          <p:cNvSpPr txBox="1"/>
          <p:nvPr>
            <p:ph type="title"/>
          </p:nvPr>
        </p:nvSpPr>
        <p:spPr>
          <a:xfrm>
            <a:off x="159300" y="2164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Textures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40"/>
          <p:cNvSpPr txBox="1"/>
          <p:nvPr>
            <p:ph type="title"/>
          </p:nvPr>
        </p:nvSpPr>
        <p:spPr>
          <a:xfrm>
            <a:off x="159300" y="2164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Product Illustrations</a:t>
            </a:r>
            <a:endParaRPr/>
          </a:p>
        </p:txBody>
      </p:sp>
      <p:pic>
        <p:nvPicPr>
          <p:cNvPr id="505" name="Google Shape;505;p40" title="Group 1688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53599" y="231898"/>
            <a:ext cx="5926299" cy="46650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41"/>
          <p:cNvSpPr txBox="1"/>
          <p:nvPr>
            <p:ph type="title"/>
          </p:nvPr>
        </p:nvSpPr>
        <p:spPr>
          <a:xfrm>
            <a:off x="159300" y="2164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Product Illustrations</a:t>
            </a:r>
            <a:endParaRPr/>
          </a:p>
        </p:txBody>
      </p:sp>
      <p:pic>
        <p:nvPicPr>
          <p:cNvPr id="511" name="Google Shape;511;p41" title="Dem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53600" y="210500"/>
            <a:ext cx="6253150" cy="472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6" name="Google Shape;516;p42" title="Group 1693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89325" y="1093925"/>
            <a:ext cx="4151611" cy="4049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517" name="Google Shape;517;p42" title="Mask group.png"/>
          <p:cNvPicPr preferRelativeResize="0"/>
          <p:nvPr/>
        </p:nvPicPr>
        <p:blipFill rotWithShape="1">
          <a:blip r:embed="rId4">
            <a:alphaModFix/>
          </a:blip>
          <a:srcRect b="23395" l="0" r="0" t="0"/>
          <a:stretch/>
        </p:blipFill>
        <p:spPr>
          <a:xfrm>
            <a:off x="442925" y="944800"/>
            <a:ext cx="3843875" cy="3102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43"/>
          <p:cNvSpPr txBox="1"/>
          <p:nvPr>
            <p:ph type="title"/>
          </p:nvPr>
        </p:nvSpPr>
        <p:spPr>
          <a:xfrm>
            <a:off x="159300" y="2285400"/>
            <a:ext cx="22608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ASCII graphics</a:t>
            </a:r>
            <a:endParaRPr/>
          </a:p>
        </p:txBody>
      </p:sp>
      <p:pic>
        <p:nvPicPr>
          <p:cNvPr id="523" name="Google Shape;523;p43" title="Frame 107371236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32925" y="152400"/>
            <a:ext cx="4024332" cy="483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4" name="Google Shape;524;p43" title="Frame 1073712347.png"/>
          <p:cNvPicPr preferRelativeResize="0"/>
          <p:nvPr/>
        </p:nvPicPr>
        <p:blipFill rotWithShape="1">
          <a:blip r:embed="rId4">
            <a:alphaModFix/>
          </a:blip>
          <a:srcRect b="0" l="-1105" r="11994" t="0"/>
          <a:stretch/>
        </p:blipFill>
        <p:spPr>
          <a:xfrm>
            <a:off x="3134774" y="281750"/>
            <a:ext cx="1998151" cy="2533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5" name="Google Shape;525;p43" title="Frame 1073712345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14082" y="2899507"/>
            <a:ext cx="2239550" cy="21528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44"/>
          <p:cNvSpPr txBox="1"/>
          <p:nvPr>
            <p:ph type="title"/>
          </p:nvPr>
        </p:nvSpPr>
        <p:spPr>
          <a:xfrm>
            <a:off x="235500" y="1828625"/>
            <a:ext cx="3744000" cy="122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These guidelines are to be used for all internal &amp; external implementation of the Astronomer Brand.</a:t>
            </a:r>
            <a:endParaRPr sz="3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/>
          </a:p>
        </p:txBody>
      </p:sp>
      <p:sp>
        <p:nvSpPr>
          <p:cNvPr id="531" name="Google Shape;531;p44"/>
          <p:cNvSpPr txBox="1"/>
          <p:nvPr>
            <p:ph idx="4294967295" type="body"/>
          </p:nvPr>
        </p:nvSpPr>
        <p:spPr>
          <a:xfrm>
            <a:off x="235500" y="3415225"/>
            <a:ext cx="4459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For questions regarding use, please contact </a:t>
            </a:r>
            <a:r>
              <a:rPr b="1" lang="en" sz="1200">
                <a:solidFill>
                  <a:schemeClr val="accent2"/>
                </a:solidFill>
                <a:latin typeface="Roboto Mono"/>
                <a:ea typeface="Roboto Mono"/>
                <a:cs typeface="Roboto Mono"/>
                <a:sym typeface="Roboto Mono"/>
              </a:rPr>
              <a:t>erin.odonnell@astronomer.io</a:t>
            </a:r>
            <a:r>
              <a:rPr b="1" lang="en" sz="1200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endParaRPr b="1" sz="1200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1D1D2C"/>
      </a:dk1>
      <a:lt1>
        <a:srgbClr val="FFFFFF"/>
      </a:lt1>
      <a:dk2>
        <a:srgbClr val="373541"/>
      </a:dk2>
      <a:lt2>
        <a:srgbClr val="F0ECE5"/>
      </a:lt2>
      <a:accent1>
        <a:srgbClr val="872DED"/>
      </a:accent1>
      <a:accent2>
        <a:srgbClr val="FFB32D"/>
      </a:accent2>
      <a:accent3>
        <a:srgbClr val="F03A47"/>
      </a:accent3>
      <a:accent4>
        <a:srgbClr val="2676FF"/>
      </a:accent4>
      <a:accent5>
        <a:srgbClr val="19BA5A"/>
      </a:accent5>
      <a:accent6>
        <a:srgbClr val="13BDD7"/>
      </a:accent6>
      <a:hlink>
        <a:srgbClr val="FFB32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